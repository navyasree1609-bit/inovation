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86" d="100"/>
          <a:sy n="86" d="100"/>
        </p:scale>
        <p:origin x="908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7C3856-1CEE-45D2-9379-54CFFFFD28B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B8103A-1C98-4E14-932C-954596CD62A9}">
      <dgm:prSet/>
      <dgm:spPr/>
      <dgm:t>
        <a:bodyPr/>
        <a:lstStyle/>
        <a:p>
          <a:r>
            <a:rPr lang="en-US"/>
            <a:t>Communities face emergencies like blood needs, lost items, and lack of volunteers</a:t>
          </a:r>
        </a:p>
      </dgm:t>
    </dgm:pt>
    <dgm:pt modelId="{7ED6F5FA-F3DA-429C-9EB3-10E7EED2619D}" type="parTrans" cxnId="{BE7EB840-E32A-4750-AB13-5C64A0349C63}">
      <dgm:prSet/>
      <dgm:spPr/>
      <dgm:t>
        <a:bodyPr/>
        <a:lstStyle/>
        <a:p>
          <a:endParaRPr lang="en-US"/>
        </a:p>
      </dgm:t>
    </dgm:pt>
    <dgm:pt modelId="{6EF0624C-E643-4184-B6BD-E5445268FA2F}" type="sibTrans" cxnId="{BE7EB840-E32A-4750-AB13-5C64A0349C63}">
      <dgm:prSet/>
      <dgm:spPr/>
      <dgm:t>
        <a:bodyPr/>
        <a:lstStyle/>
        <a:p>
          <a:endParaRPr lang="en-US"/>
        </a:p>
      </dgm:t>
    </dgm:pt>
    <dgm:pt modelId="{F4792D4D-569E-4E71-802F-26C1FA90A023}">
      <dgm:prSet/>
      <dgm:spPr/>
      <dgm:t>
        <a:bodyPr/>
        <a:lstStyle/>
        <a:p>
          <a:r>
            <a:rPr lang="en-US"/>
            <a:t>Information is scattered and delayed</a:t>
          </a:r>
        </a:p>
      </dgm:t>
    </dgm:pt>
    <dgm:pt modelId="{050262EF-FEC6-4C1E-B41E-786A19E490C6}" type="parTrans" cxnId="{05F8F008-C6BC-4638-8A9D-D5CF7249A6AB}">
      <dgm:prSet/>
      <dgm:spPr/>
      <dgm:t>
        <a:bodyPr/>
        <a:lstStyle/>
        <a:p>
          <a:endParaRPr lang="en-US"/>
        </a:p>
      </dgm:t>
    </dgm:pt>
    <dgm:pt modelId="{D0B1A3E1-E87D-48F8-8789-65BA3A0FEC2C}" type="sibTrans" cxnId="{05F8F008-C6BC-4638-8A9D-D5CF7249A6AB}">
      <dgm:prSet/>
      <dgm:spPr/>
      <dgm:t>
        <a:bodyPr/>
        <a:lstStyle/>
        <a:p>
          <a:endParaRPr lang="en-US"/>
        </a:p>
      </dgm:t>
    </dgm:pt>
    <dgm:pt modelId="{F4C53928-6E28-4534-A3B2-DC6FA9837440}">
      <dgm:prSet/>
      <dgm:spPr/>
      <dgm:t>
        <a:bodyPr/>
        <a:lstStyle/>
        <a:p>
          <a:r>
            <a:rPr lang="en-US"/>
            <a:t>Technology can connect people instantly</a:t>
          </a:r>
        </a:p>
      </dgm:t>
    </dgm:pt>
    <dgm:pt modelId="{9810CE4A-2846-4B7B-80C4-B8B498587962}" type="parTrans" cxnId="{351BD789-EE3C-4BFB-9055-CF6F1DB748B4}">
      <dgm:prSet/>
      <dgm:spPr/>
      <dgm:t>
        <a:bodyPr/>
        <a:lstStyle/>
        <a:p>
          <a:endParaRPr lang="en-US"/>
        </a:p>
      </dgm:t>
    </dgm:pt>
    <dgm:pt modelId="{5C63397F-6E82-429F-8EDC-CA8B22B66A72}" type="sibTrans" cxnId="{351BD789-EE3C-4BFB-9055-CF6F1DB748B4}">
      <dgm:prSet/>
      <dgm:spPr/>
      <dgm:t>
        <a:bodyPr/>
        <a:lstStyle/>
        <a:p>
          <a:endParaRPr lang="en-US"/>
        </a:p>
      </dgm:t>
    </dgm:pt>
    <dgm:pt modelId="{05247C59-A2C5-4658-99BD-B57B34B590CC}">
      <dgm:prSet/>
      <dgm:spPr/>
      <dgm:t>
        <a:bodyPr/>
        <a:lstStyle/>
        <a:p>
          <a:r>
            <a:rPr lang="en-US"/>
            <a:t>This project proposes a digital platform for community assistance</a:t>
          </a:r>
        </a:p>
      </dgm:t>
    </dgm:pt>
    <dgm:pt modelId="{6587118D-1959-487A-B693-46F12C8CDA42}" type="parTrans" cxnId="{CE05F2BB-3960-4A9E-A21B-DC8FBEB0CDB5}">
      <dgm:prSet/>
      <dgm:spPr/>
      <dgm:t>
        <a:bodyPr/>
        <a:lstStyle/>
        <a:p>
          <a:endParaRPr lang="en-US"/>
        </a:p>
      </dgm:t>
    </dgm:pt>
    <dgm:pt modelId="{72F30922-699A-42E9-820C-01EBC5539DF6}" type="sibTrans" cxnId="{CE05F2BB-3960-4A9E-A21B-DC8FBEB0CDB5}">
      <dgm:prSet/>
      <dgm:spPr/>
      <dgm:t>
        <a:bodyPr/>
        <a:lstStyle/>
        <a:p>
          <a:endParaRPr lang="en-US"/>
        </a:p>
      </dgm:t>
    </dgm:pt>
    <dgm:pt modelId="{0E1E8B23-CE41-4D17-937F-063B287841FE}" type="pres">
      <dgm:prSet presAssocID="{DE7C3856-1CEE-45D2-9379-54CFFFFD28BD}" presName="outerComposite" presStyleCnt="0">
        <dgm:presLayoutVars>
          <dgm:chMax val="5"/>
          <dgm:dir/>
          <dgm:resizeHandles val="exact"/>
        </dgm:presLayoutVars>
      </dgm:prSet>
      <dgm:spPr/>
    </dgm:pt>
    <dgm:pt modelId="{E5830B11-D7B2-4E13-8E9F-9755379A3EB8}" type="pres">
      <dgm:prSet presAssocID="{DE7C3856-1CEE-45D2-9379-54CFFFFD28BD}" presName="dummyMaxCanvas" presStyleCnt="0">
        <dgm:presLayoutVars/>
      </dgm:prSet>
      <dgm:spPr/>
    </dgm:pt>
    <dgm:pt modelId="{8909BCEB-CC6B-4E6C-91FD-447517F0673A}" type="pres">
      <dgm:prSet presAssocID="{DE7C3856-1CEE-45D2-9379-54CFFFFD28BD}" presName="FourNodes_1" presStyleLbl="node1" presStyleIdx="0" presStyleCnt="4">
        <dgm:presLayoutVars>
          <dgm:bulletEnabled val="1"/>
        </dgm:presLayoutVars>
      </dgm:prSet>
      <dgm:spPr/>
    </dgm:pt>
    <dgm:pt modelId="{2D6BD8D4-1F89-470F-AF60-165D77E6C1D6}" type="pres">
      <dgm:prSet presAssocID="{DE7C3856-1CEE-45D2-9379-54CFFFFD28BD}" presName="FourNodes_2" presStyleLbl="node1" presStyleIdx="1" presStyleCnt="4">
        <dgm:presLayoutVars>
          <dgm:bulletEnabled val="1"/>
        </dgm:presLayoutVars>
      </dgm:prSet>
      <dgm:spPr/>
    </dgm:pt>
    <dgm:pt modelId="{2585E823-1A5B-4AA1-86EF-6ADA2BA273F2}" type="pres">
      <dgm:prSet presAssocID="{DE7C3856-1CEE-45D2-9379-54CFFFFD28BD}" presName="FourNodes_3" presStyleLbl="node1" presStyleIdx="2" presStyleCnt="4">
        <dgm:presLayoutVars>
          <dgm:bulletEnabled val="1"/>
        </dgm:presLayoutVars>
      </dgm:prSet>
      <dgm:spPr/>
    </dgm:pt>
    <dgm:pt modelId="{5C3846F1-7E76-4DD5-8FE0-AE033B2E0448}" type="pres">
      <dgm:prSet presAssocID="{DE7C3856-1CEE-45D2-9379-54CFFFFD28BD}" presName="FourNodes_4" presStyleLbl="node1" presStyleIdx="3" presStyleCnt="4">
        <dgm:presLayoutVars>
          <dgm:bulletEnabled val="1"/>
        </dgm:presLayoutVars>
      </dgm:prSet>
      <dgm:spPr/>
    </dgm:pt>
    <dgm:pt modelId="{B34689CB-252F-40F3-95C7-B4C609C55BE0}" type="pres">
      <dgm:prSet presAssocID="{DE7C3856-1CEE-45D2-9379-54CFFFFD28BD}" presName="FourConn_1-2" presStyleLbl="fgAccFollowNode1" presStyleIdx="0" presStyleCnt="3">
        <dgm:presLayoutVars>
          <dgm:bulletEnabled val="1"/>
        </dgm:presLayoutVars>
      </dgm:prSet>
      <dgm:spPr/>
    </dgm:pt>
    <dgm:pt modelId="{F0F1E8C4-1C9A-438F-8F93-CDC8ACA0161E}" type="pres">
      <dgm:prSet presAssocID="{DE7C3856-1CEE-45D2-9379-54CFFFFD28BD}" presName="FourConn_2-3" presStyleLbl="fgAccFollowNode1" presStyleIdx="1" presStyleCnt="3">
        <dgm:presLayoutVars>
          <dgm:bulletEnabled val="1"/>
        </dgm:presLayoutVars>
      </dgm:prSet>
      <dgm:spPr/>
    </dgm:pt>
    <dgm:pt modelId="{E1836587-1F62-4155-8366-91C690C63B14}" type="pres">
      <dgm:prSet presAssocID="{DE7C3856-1CEE-45D2-9379-54CFFFFD28BD}" presName="FourConn_3-4" presStyleLbl="fgAccFollowNode1" presStyleIdx="2" presStyleCnt="3">
        <dgm:presLayoutVars>
          <dgm:bulletEnabled val="1"/>
        </dgm:presLayoutVars>
      </dgm:prSet>
      <dgm:spPr/>
    </dgm:pt>
    <dgm:pt modelId="{665C1046-8B24-48D5-B047-1F8C8F1C1E3E}" type="pres">
      <dgm:prSet presAssocID="{DE7C3856-1CEE-45D2-9379-54CFFFFD28BD}" presName="FourNodes_1_text" presStyleLbl="node1" presStyleIdx="3" presStyleCnt="4">
        <dgm:presLayoutVars>
          <dgm:bulletEnabled val="1"/>
        </dgm:presLayoutVars>
      </dgm:prSet>
      <dgm:spPr/>
    </dgm:pt>
    <dgm:pt modelId="{A3E93A85-CBC5-422B-9893-AB941E397279}" type="pres">
      <dgm:prSet presAssocID="{DE7C3856-1CEE-45D2-9379-54CFFFFD28BD}" presName="FourNodes_2_text" presStyleLbl="node1" presStyleIdx="3" presStyleCnt="4">
        <dgm:presLayoutVars>
          <dgm:bulletEnabled val="1"/>
        </dgm:presLayoutVars>
      </dgm:prSet>
      <dgm:spPr/>
    </dgm:pt>
    <dgm:pt modelId="{3BDCBAD4-1C31-4210-8315-DE88E7DE542C}" type="pres">
      <dgm:prSet presAssocID="{DE7C3856-1CEE-45D2-9379-54CFFFFD28BD}" presName="FourNodes_3_text" presStyleLbl="node1" presStyleIdx="3" presStyleCnt="4">
        <dgm:presLayoutVars>
          <dgm:bulletEnabled val="1"/>
        </dgm:presLayoutVars>
      </dgm:prSet>
      <dgm:spPr/>
    </dgm:pt>
    <dgm:pt modelId="{E613157D-8C76-412E-852A-3B05B323C516}" type="pres">
      <dgm:prSet presAssocID="{DE7C3856-1CEE-45D2-9379-54CFFFFD28B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5F8F008-C6BC-4638-8A9D-D5CF7249A6AB}" srcId="{DE7C3856-1CEE-45D2-9379-54CFFFFD28BD}" destId="{F4792D4D-569E-4E71-802F-26C1FA90A023}" srcOrd="1" destOrd="0" parTransId="{050262EF-FEC6-4C1E-B41E-786A19E490C6}" sibTransId="{D0B1A3E1-E87D-48F8-8789-65BA3A0FEC2C}"/>
    <dgm:cxn modelId="{D14DE711-0A7F-4745-BE00-15E70E565B99}" type="presOf" srcId="{F4792D4D-569E-4E71-802F-26C1FA90A023}" destId="{A3E93A85-CBC5-422B-9893-AB941E397279}" srcOrd="1" destOrd="0" presId="urn:microsoft.com/office/officeart/2005/8/layout/vProcess5"/>
    <dgm:cxn modelId="{935FE019-E2A2-4370-A07A-071E2AE5DEAA}" type="presOf" srcId="{6EF0624C-E643-4184-B6BD-E5445268FA2F}" destId="{B34689CB-252F-40F3-95C7-B4C609C55BE0}" srcOrd="0" destOrd="0" presId="urn:microsoft.com/office/officeart/2005/8/layout/vProcess5"/>
    <dgm:cxn modelId="{8115D827-C92E-4061-82C1-04AD7A3446C2}" type="presOf" srcId="{F4C53928-6E28-4534-A3B2-DC6FA9837440}" destId="{3BDCBAD4-1C31-4210-8315-DE88E7DE542C}" srcOrd="1" destOrd="0" presId="urn:microsoft.com/office/officeart/2005/8/layout/vProcess5"/>
    <dgm:cxn modelId="{DB31582A-7EAF-4C23-BA05-F49B3B04F6BD}" type="presOf" srcId="{05247C59-A2C5-4658-99BD-B57B34B590CC}" destId="{5C3846F1-7E76-4DD5-8FE0-AE033B2E0448}" srcOrd="0" destOrd="0" presId="urn:microsoft.com/office/officeart/2005/8/layout/vProcess5"/>
    <dgm:cxn modelId="{BE7EB840-E32A-4750-AB13-5C64A0349C63}" srcId="{DE7C3856-1CEE-45D2-9379-54CFFFFD28BD}" destId="{FDB8103A-1C98-4E14-932C-954596CD62A9}" srcOrd="0" destOrd="0" parTransId="{7ED6F5FA-F3DA-429C-9EB3-10E7EED2619D}" sibTransId="{6EF0624C-E643-4184-B6BD-E5445268FA2F}"/>
    <dgm:cxn modelId="{4EA6FE62-5B09-4A72-A5B3-20577AFA0964}" type="presOf" srcId="{DE7C3856-1CEE-45D2-9379-54CFFFFD28BD}" destId="{0E1E8B23-CE41-4D17-937F-063B287841FE}" srcOrd="0" destOrd="0" presId="urn:microsoft.com/office/officeart/2005/8/layout/vProcess5"/>
    <dgm:cxn modelId="{E824E346-51D9-4794-8117-51C4FB319465}" type="presOf" srcId="{FDB8103A-1C98-4E14-932C-954596CD62A9}" destId="{8909BCEB-CC6B-4E6C-91FD-447517F0673A}" srcOrd="0" destOrd="0" presId="urn:microsoft.com/office/officeart/2005/8/layout/vProcess5"/>
    <dgm:cxn modelId="{44BA2D6C-5187-48DE-930B-61A38A182BEE}" type="presOf" srcId="{F4792D4D-569E-4E71-802F-26C1FA90A023}" destId="{2D6BD8D4-1F89-470F-AF60-165D77E6C1D6}" srcOrd="0" destOrd="0" presId="urn:microsoft.com/office/officeart/2005/8/layout/vProcess5"/>
    <dgm:cxn modelId="{351BD789-EE3C-4BFB-9055-CF6F1DB748B4}" srcId="{DE7C3856-1CEE-45D2-9379-54CFFFFD28BD}" destId="{F4C53928-6E28-4534-A3B2-DC6FA9837440}" srcOrd="2" destOrd="0" parTransId="{9810CE4A-2846-4B7B-80C4-B8B498587962}" sibTransId="{5C63397F-6E82-429F-8EDC-CA8B22B66A72}"/>
    <dgm:cxn modelId="{74E76F8F-871E-4D87-96A1-614AAF420144}" type="presOf" srcId="{D0B1A3E1-E87D-48F8-8789-65BA3A0FEC2C}" destId="{F0F1E8C4-1C9A-438F-8F93-CDC8ACA0161E}" srcOrd="0" destOrd="0" presId="urn:microsoft.com/office/officeart/2005/8/layout/vProcess5"/>
    <dgm:cxn modelId="{1394E7AA-5D9A-4450-83C9-B4591755923D}" type="presOf" srcId="{05247C59-A2C5-4658-99BD-B57B34B590CC}" destId="{E613157D-8C76-412E-852A-3B05B323C516}" srcOrd="1" destOrd="0" presId="urn:microsoft.com/office/officeart/2005/8/layout/vProcess5"/>
    <dgm:cxn modelId="{19666CB6-3C87-4908-A405-0552B9E68784}" type="presOf" srcId="{F4C53928-6E28-4534-A3B2-DC6FA9837440}" destId="{2585E823-1A5B-4AA1-86EF-6ADA2BA273F2}" srcOrd="0" destOrd="0" presId="urn:microsoft.com/office/officeart/2005/8/layout/vProcess5"/>
    <dgm:cxn modelId="{CE05F2BB-3960-4A9E-A21B-DC8FBEB0CDB5}" srcId="{DE7C3856-1CEE-45D2-9379-54CFFFFD28BD}" destId="{05247C59-A2C5-4658-99BD-B57B34B590CC}" srcOrd="3" destOrd="0" parTransId="{6587118D-1959-487A-B693-46F12C8CDA42}" sibTransId="{72F30922-699A-42E9-820C-01EBC5539DF6}"/>
    <dgm:cxn modelId="{32CB11BF-1FDD-435F-801B-E6EFE1905C2B}" type="presOf" srcId="{FDB8103A-1C98-4E14-932C-954596CD62A9}" destId="{665C1046-8B24-48D5-B047-1F8C8F1C1E3E}" srcOrd="1" destOrd="0" presId="urn:microsoft.com/office/officeart/2005/8/layout/vProcess5"/>
    <dgm:cxn modelId="{A06E20C8-AA91-4698-88A7-DAC7BDE6E386}" type="presOf" srcId="{5C63397F-6E82-429F-8EDC-CA8B22B66A72}" destId="{E1836587-1F62-4155-8366-91C690C63B14}" srcOrd="0" destOrd="0" presId="urn:microsoft.com/office/officeart/2005/8/layout/vProcess5"/>
    <dgm:cxn modelId="{D13C8F7D-0106-4D0B-804F-A5F542CAA6A1}" type="presParOf" srcId="{0E1E8B23-CE41-4D17-937F-063B287841FE}" destId="{E5830B11-D7B2-4E13-8E9F-9755379A3EB8}" srcOrd="0" destOrd="0" presId="urn:microsoft.com/office/officeart/2005/8/layout/vProcess5"/>
    <dgm:cxn modelId="{58F2F54E-BB84-4D6C-8B80-745C9C944028}" type="presParOf" srcId="{0E1E8B23-CE41-4D17-937F-063B287841FE}" destId="{8909BCEB-CC6B-4E6C-91FD-447517F0673A}" srcOrd="1" destOrd="0" presId="urn:microsoft.com/office/officeart/2005/8/layout/vProcess5"/>
    <dgm:cxn modelId="{9063FC45-7620-4AF8-8FCF-766A6EF787A8}" type="presParOf" srcId="{0E1E8B23-CE41-4D17-937F-063B287841FE}" destId="{2D6BD8D4-1F89-470F-AF60-165D77E6C1D6}" srcOrd="2" destOrd="0" presId="urn:microsoft.com/office/officeart/2005/8/layout/vProcess5"/>
    <dgm:cxn modelId="{F2F4A8D3-AFB1-44E3-B4A1-0896413DCF78}" type="presParOf" srcId="{0E1E8B23-CE41-4D17-937F-063B287841FE}" destId="{2585E823-1A5B-4AA1-86EF-6ADA2BA273F2}" srcOrd="3" destOrd="0" presId="urn:microsoft.com/office/officeart/2005/8/layout/vProcess5"/>
    <dgm:cxn modelId="{937455B3-996D-452B-9A45-E53620B69FFE}" type="presParOf" srcId="{0E1E8B23-CE41-4D17-937F-063B287841FE}" destId="{5C3846F1-7E76-4DD5-8FE0-AE033B2E0448}" srcOrd="4" destOrd="0" presId="urn:microsoft.com/office/officeart/2005/8/layout/vProcess5"/>
    <dgm:cxn modelId="{82CBA530-035C-455D-A924-CD2DD221103D}" type="presParOf" srcId="{0E1E8B23-CE41-4D17-937F-063B287841FE}" destId="{B34689CB-252F-40F3-95C7-B4C609C55BE0}" srcOrd="5" destOrd="0" presId="urn:microsoft.com/office/officeart/2005/8/layout/vProcess5"/>
    <dgm:cxn modelId="{48102AEA-151A-4EBB-ACEE-C0163F08B5A9}" type="presParOf" srcId="{0E1E8B23-CE41-4D17-937F-063B287841FE}" destId="{F0F1E8C4-1C9A-438F-8F93-CDC8ACA0161E}" srcOrd="6" destOrd="0" presId="urn:microsoft.com/office/officeart/2005/8/layout/vProcess5"/>
    <dgm:cxn modelId="{918FF092-1CA1-4916-90BB-52DBBD9C45AF}" type="presParOf" srcId="{0E1E8B23-CE41-4D17-937F-063B287841FE}" destId="{E1836587-1F62-4155-8366-91C690C63B14}" srcOrd="7" destOrd="0" presId="urn:microsoft.com/office/officeart/2005/8/layout/vProcess5"/>
    <dgm:cxn modelId="{33F76A95-C653-48B5-B509-CADE96860CD8}" type="presParOf" srcId="{0E1E8B23-CE41-4D17-937F-063B287841FE}" destId="{665C1046-8B24-48D5-B047-1F8C8F1C1E3E}" srcOrd="8" destOrd="0" presId="urn:microsoft.com/office/officeart/2005/8/layout/vProcess5"/>
    <dgm:cxn modelId="{85E7DD08-CA16-43A1-A57B-939E30561A36}" type="presParOf" srcId="{0E1E8B23-CE41-4D17-937F-063B287841FE}" destId="{A3E93A85-CBC5-422B-9893-AB941E397279}" srcOrd="9" destOrd="0" presId="urn:microsoft.com/office/officeart/2005/8/layout/vProcess5"/>
    <dgm:cxn modelId="{95FE4215-1857-4F9E-82EF-9D5820AED767}" type="presParOf" srcId="{0E1E8B23-CE41-4D17-937F-063B287841FE}" destId="{3BDCBAD4-1C31-4210-8315-DE88E7DE542C}" srcOrd="10" destOrd="0" presId="urn:microsoft.com/office/officeart/2005/8/layout/vProcess5"/>
    <dgm:cxn modelId="{11DCA559-E7D1-4529-B2FD-54A8961750B0}" type="presParOf" srcId="{0E1E8B23-CE41-4D17-937F-063B287841FE}" destId="{E613157D-8C76-412E-852A-3B05B323C51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C78DD1-34CF-4690-8078-DA922458B2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AD8410A-5DF2-49C4-ACF8-476648C4B8DC}">
      <dgm:prSet/>
      <dgm:spPr/>
      <dgm:t>
        <a:bodyPr/>
        <a:lstStyle/>
        <a:p>
          <a:r>
            <a:rPr lang="en-US"/>
            <a:t>No centralized system for community help</a:t>
          </a:r>
        </a:p>
      </dgm:t>
    </dgm:pt>
    <dgm:pt modelId="{38D5E1CA-C278-40B9-B392-43345975019B}" type="parTrans" cxnId="{9F5F55C6-5978-4CA2-9E7E-A38F1F25E083}">
      <dgm:prSet/>
      <dgm:spPr/>
      <dgm:t>
        <a:bodyPr/>
        <a:lstStyle/>
        <a:p>
          <a:endParaRPr lang="en-US"/>
        </a:p>
      </dgm:t>
    </dgm:pt>
    <dgm:pt modelId="{6C916E7C-B1FA-4850-96A9-70D67A7E6C25}" type="sibTrans" cxnId="{9F5F55C6-5978-4CA2-9E7E-A38F1F25E083}">
      <dgm:prSet/>
      <dgm:spPr/>
      <dgm:t>
        <a:bodyPr/>
        <a:lstStyle/>
        <a:p>
          <a:endParaRPr lang="en-US"/>
        </a:p>
      </dgm:t>
    </dgm:pt>
    <dgm:pt modelId="{FBEAB49F-F18B-4149-9C99-3D4E38976FA7}">
      <dgm:prSet/>
      <dgm:spPr/>
      <dgm:t>
        <a:bodyPr/>
        <a:lstStyle/>
        <a:p>
          <a:r>
            <a:rPr lang="en-US"/>
            <a:t>Blood donors are hard to find in emergencies</a:t>
          </a:r>
        </a:p>
      </dgm:t>
    </dgm:pt>
    <dgm:pt modelId="{E9F2A419-E45D-4172-B303-60DA64167FAF}" type="parTrans" cxnId="{B859A0CB-AE63-4293-AFC0-35BD862CDB40}">
      <dgm:prSet/>
      <dgm:spPr/>
      <dgm:t>
        <a:bodyPr/>
        <a:lstStyle/>
        <a:p>
          <a:endParaRPr lang="en-US"/>
        </a:p>
      </dgm:t>
    </dgm:pt>
    <dgm:pt modelId="{64EB2768-D56C-43E2-A8FD-FB86F78F36C0}" type="sibTrans" cxnId="{B859A0CB-AE63-4293-AFC0-35BD862CDB40}">
      <dgm:prSet/>
      <dgm:spPr/>
      <dgm:t>
        <a:bodyPr/>
        <a:lstStyle/>
        <a:p>
          <a:endParaRPr lang="en-US"/>
        </a:p>
      </dgm:t>
    </dgm:pt>
    <dgm:pt modelId="{660C12B3-14A8-401E-94F3-5266B8E5C536}">
      <dgm:prSet/>
      <dgm:spPr/>
      <dgm:t>
        <a:bodyPr/>
        <a:lstStyle/>
        <a:p>
          <a:r>
            <a:rPr lang="en-US"/>
            <a:t>Lost items recovery is difficult</a:t>
          </a:r>
        </a:p>
      </dgm:t>
    </dgm:pt>
    <dgm:pt modelId="{D9F7EEF4-F73B-481A-B930-2F068F8594EA}" type="parTrans" cxnId="{2952D278-3530-448B-9434-93F2D2896848}">
      <dgm:prSet/>
      <dgm:spPr/>
      <dgm:t>
        <a:bodyPr/>
        <a:lstStyle/>
        <a:p>
          <a:endParaRPr lang="en-US"/>
        </a:p>
      </dgm:t>
    </dgm:pt>
    <dgm:pt modelId="{D71E7495-4DF4-42D2-BC1E-1223BE219FD0}" type="sibTrans" cxnId="{2952D278-3530-448B-9434-93F2D2896848}">
      <dgm:prSet/>
      <dgm:spPr/>
      <dgm:t>
        <a:bodyPr/>
        <a:lstStyle/>
        <a:p>
          <a:endParaRPr lang="en-US"/>
        </a:p>
      </dgm:t>
    </dgm:pt>
    <dgm:pt modelId="{39CBF369-28A6-429E-A087-5815EBBC802B}">
      <dgm:prSet/>
      <dgm:spPr/>
      <dgm:t>
        <a:bodyPr/>
        <a:lstStyle/>
        <a:p>
          <a:r>
            <a:rPr lang="en-US"/>
            <a:t>Volunteering opportunities are not easily visible</a:t>
          </a:r>
        </a:p>
      </dgm:t>
    </dgm:pt>
    <dgm:pt modelId="{7F9647AB-D423-41E0-915E-80E557A4CAA3}" type="parTrans" cxnId="{1B85C9E8-99D6-415C-B57B-2243F0988055}">
      <dgm:prSet/>
      <dgm:spPr/>
      <dgm:t>
        <a:bodyPr/>
        <a:lstStyle/>
        <a:p>
          <a:endParaRPr lang="en-US"/>
        </a:p>
      </dgm:t>
    </dgm:pt>
    <dgm:pt modelId="{BD9D9F94-9E92-47A5-B0C3-A87FFEBDD13D}" type="sibTrans" cxnId="{1B85C9E8-99D6-415C-B57B-2243F0988055}">
      <dgm:prSet/>
      <dgm:spPr/>
      <dgm:t>
        <a:bodyPr/>
        <a:lstStyle/>
        <a:p>
          <a:endParaRPr lang="en-US"/>
        </a:p>
      </dgm:t>
    </dgm:pt>
    <dgm:pt modelId="{AB57C061-D026-49A1-8596-D6E300604789}">
      <dgm:prSet/>
      <dgm:spPr/>
      <dgm:t>
        <a:bodyPr/>
        <a:lstStyle/>
        <a:p>
          <a:r>
            <a:rPr lang="en-US"/>
            <a:t>Need for a digital social support platform</a:t>
          </a:r>
        </a:p>
      </dgm:t>
    </dgm:pt>
    <dgm:pt modelId="{2C57197C-DB7A-4810-9B64-BF0884CE656A}" type="parTrans" cxnId="{71E40551-4C3C-4843-B885-E80FB39B7A71}">
      <dgm:prSet/>
      <dgm:spPr/>
      <dgm:t>
        <a:bodyPr/>
        <a:lstStyle/>
        <a:p>
          <a:endParaRPr lang="en-US"/>
        </a:p>
      </dgm:t>
    </dgm:pt>
    <dgm:pt modelId="{3360F95E-3917-4354-98A3-9D5FE508EE1C}" type="sibTrans" cxnId="{71E40551-4C3C-4843-B885-E80FB39B7A71}">
      <dgm:prSet/>
      <dgm:spPr/>
      <dgm:t>
        <a:bodyPr/>
        <a:lstStyle/>
        <a:p>
          <a:endParaRPr lang="en-US"/>
        </a:p>
      </dgm:t>
    </dgm:pt>
    <dgm:pt modelId="{036B8F79-EDE9-4672-886A-3A83C2AD07B1}" type="pres">
      <dgm:prSet presAssocID="{8FC78DD1-34CF-4690-8078-DA922458B264}" presName="root" presStyleCnt="0">
        <dgm:presLayoutVars>
          <dgm:dir/>
          <dgm:resizeHandles val="exact"/>
        </dgm:presLayoutVars>
      </dgm:prSet>
      <dgm:spPr/>
    </dgm:pt>
    <dgm:pt modelId="{3B3A06F1-38BA-4E13-84E5-6C1E7D27E14F}" type="pres">
      <dgm:prSet presAssocID="{2AD8410A-5DF2-49C4-ACF8-476648C4B8DC}" presName="compNode" presStyleCnt="0"/>
      <dgm:spPr/>
    </dgm:pt>
    <dgm:pt modelId="{AF4741AD-4C4A-49FB-A48A-7486B9C288FB}" type="pres">
      <dgm:prSet presAssocID="{2AD8410A-5DF2-49C4-ACF8-476648C4B8DC}" presName="bgRect" presStyleLbl="bgShp" presStyleIdx="0" presStyleCnt="5"/>
      <dgm:spPr/>
    </dgm:pt>
    <dgm:pt modelId="{82D59877-4E67-408A-8FE9-CDF93BAF93C7}" type="pres">
      <dgm:prSet presAssocID="{2AD8410A-5DF2-49C4-ACF8-476648C4B8D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4BD20114-7C04-478D-A08A-89C062981C18}" type="pres">
      <dgm:prSet presAssocID="{2AD8410A-5DF2-49C4-ACF8-476648C4B8DC}" presName="spaceRect" presStyleCnt="0"/>
      <dgm:spPr/>
    </dgm:pt>
    <dgm:pt modelId="{777FCB17-B3C4-466F-8C46-23AD82EF6DE7}" type="pres">
      <dgm:prSet presAssocID="{2AD8410A-5DF2-49C4-ACF8-476648C4B8DC}" presName="parTx" presStyleLbl="revTx" presStyleIdx="0" presStyleCnt="5">
        <dgm:presLayoutVars>
          <dgm:chMax val="0"/>
          <dgm:chPref val="0"/>
        </dgm:presLayoutVars>
      </dgm:prSet>
      <dgm:spPr/>
    </dgm:pt>
    <dgm:pt modelId="{4160AA7B-8719-4BAF-AE58-DFBD11948ABF}" type="pres">
      <dgm:prSet presAssocID="{6C916E7C-B1FA-4850-96A9-70D67A7E6C25}" presName="sibTrans" presStyleCnt="0"/>
      <dgm:spPr/>
    </dgm:pt>
    <dgm:pt modelId="{9F50FC06-C78F-4E53-BCD8-5B6F806F7369}" type="pres">
      <dgm:prSet presAssocID="{FBEAB49F-F18B-4149-9C99-3D4E38976FA7}" presName="compNode" presStyleCnt="0"/>
      <dgm:spPr/>
    </dgm:pt>
    <dgm:pt modelId="{D0EC3CD1-FD68-4ECA-996B-507489268181}" type="pres">
      <dgm:prSet presAssocID="{FBEAB49F-F18B-4149-9C99-3D4E38976FA7}" presName="bgRect" presStyleLbl="bgShp" presStyleIdx="1" presStyleCnt="5"/>
      <dgm:spPr/>
    </dgm:pt>
    <dgm:pt modelId="{299231A9-EDE7-4478-A38E-6ED239D9E68E}" type="pres">
      <dgm:prSet presAssocID="{FBEAB49F-F18B-4149-9C99-3D4E38976FA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191C5E56-48A9-478E-A6CF-AB3137306108}" type="pres">
      <dgm:prSet presAssocID="{FBEAB49F-F18B-4149-9C99-3D4E38976FA7}" presName="spaceRect" presStyleCnt="0"/>
      <dgm:spPr/>
    </dgm:pt>
    <dgm:pt modelId="{A63B0B24-310C-4064-88DB-172EF668FAEE}" type="pres">
      <dgm:prSet presAssocID="{FBEAB49F-F18B-4149-9C99-3D4E38976FA7}" presName="parTx" presStyleLbl="revTx" presStyleIdx="1" presStyleCnt="5">
        <dgm:presLayoutVars>
          <dgm:chMax val="0"/>
          <dgm:chPref val="0"/>
        </dgm:presLayoutVars>
      </dgm:prSet>
      <dgm:spPr/>
    </dgm:pt>
    <dgm:pt modelId="{900DBB58-D831-4AD0-8244-C83676CFC6BD}" type="pres">
      <dgm:prSet presAssocID="{64EB2768-D56C-43E2-A8FD-FB86F78F36C0}" presName="sibTrans" presStyleCnt="0"/>
      <dgm:spPr/>
    </dgm:pt>
    <dgm:pt modelId="{D41D0681-302E-48FD-A7EC-1F6573269D43}" type="pres">
      <dgm:prSet presAssocID="{660C12B3-14A8-401E-94F3-5266B8E5C536}" presName="compNode" presStyleCnt="0"/>
      <dgm:spPr/>
    </dgm:pt>
    <dgm:pt modelId="{DA3E09BC-424C-4DC6-A65C-913CBE016D70}" type="pres">
      <dgm:prSet presAssocID="{660C12B3-14A8-401E-94F3-5266B8E5C536}" presName="bgRect" presStyleLbl="bgShp" presStyleIdx="2" presStyleCnt="5"/>
      <dgm:spPr/>
    </dgm:pt>
    <dgm:pt modelId="{39AA399F-273D-4E6F-B688-4483F00A6A8D}" type="pres">
      <dgm:prSet presAssocID="{660C12B3-14A8-401E-94F3-5266B8E5C53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27B8688D-4462-49E3-A5C5-B1100A3B20CE}" type="pres">
      <dgm:prSet presAssocID="{660C12B3-14A8-401E-94F3-5266B8E5C536}" presName="spaceRect" presStyleCnt="0"/>
      <dgm:spPr/>
    </dgm:pt>
    <dgm:pt modelId="{178A125C-9FCA-4E95-AD56-AAA06BE62FBE}" type="pres">
      <dgm:prSet presAssocID="{660C12B3-14A8-401E-94F3-5266B8E5C536}" presName="parTx" presStyleLbl="revTx" presStyleIdx="2" presStyleCnt="5">
        <dgm:presLayoutVars>
          <dgm:chMax val="0"/>
          <dgm:chPref val="0"/>
        </dgm:presLayoutVars>
      </dgm:prSet>
      <dgm:spPr/>
    </dgm:pt>
    <dgm:pt modelId="{E570BF7A-853E-4225-8977-F339B7CE1D4B}" type="pres">
      <dgm:prSet presAssocID="{D71E7495-4DF4-42D2-BC1E-1223BE219FD0}" presName="sibTrans" presStyleCnt="0"/>
      <dgm:spPr/>
    </dgm:pt>
    <dgm:pt modelId="{2C77A559-0D4F-41B7-A8B7-F28E6E55CCE7}" type="pres">
      <dgm:prSet presAssocID="{39CBF369-28A6-429E-A087-5815EBBC802B}" presName="compNode" presStyleCnt="0"/>
      <dgm:spPr/>
    </dgm:pt>
    <dgm:pt modelId="{179B37DC-EB38-4B8C-9E0F-66A2B64C1C77}" type="pres">
      <dgm:prSet presAssocID="{39CBF369-28A6-429E-A087-5815EBBC802B}" presName="bgRect" presStyleLbl="bgShp" presStyleIdx="3" presStyleCnt="5"/>
      <dgm:spPr/>
    </dgm:pt>
    <dgm:pt modelId="{E5DFAEEC-243B-4020-BCBC-F57D3B8BAE09}" type="pres">
      <dgm:prSet presAssocID="{39CBF369-28A6-429E-A087-5815EBBC802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64D2A167-F3C2-4471-9998-E99187135AE9}" type="pres">
      <dgm:prSet presAssocID="{39CBF369-28A6-429E-A087-5815EBBC802B}" presName="spaceRect" presStyleCnt="0"/>
      <dgm:spPr/>
    </dgm:pt>
    <dgm:pt modelId="{B2A114B1-A93C-4F3F-97B0-96004E3D7789}" type="pres">
      <dgm:prSet presAssocID="{39CBF369-28A6-429E-A087-5815EBBC802B}" presName="parTx" presStyleLbl="revTx" presStyleIdx="3" presStyleCnt="5">
        <dgm:presLayoutVars>
          <dgm:chMax val="0"/>
          <dgm:chPref val="0"/>
        </dgm:presLayoutVars>
      </dgm:prSet>
      <dgm:spPr/>
    </dgm:pt>
    <dgm:pt modelId="{5C522584-484A-4B4E-BE5E-98785DA7E0D1}" type="pres">
      <dgm:prSet presAssocID="{BD9D9F94-9E92-47A5-B0C3-A87FFEBDD13D}" presName="sibTrans" presStyleCnt="0"/>
      <dgm:spPr/>
    </dgm:pt>
    <dgm:pt modelId="{361CCF72-8510-41E1-A755-F17CB45810C6}" type="pres">
      <dgm:prSet presAssocID="{AB57C061-D026-49A1-8596-D6E300604789}" presName="compNode" presStyleCnt="0"/>
      <dgm:spPr/>
    </dgm:pt>
    <dgm:pt modelId="{B0838829-D202-4B07-AFCE-CE86CF549170}" type="pres">
      <dgm:prSet presAssocID="{AB57C061-D026-49A1-8596-D6E300604789}" presName="bgRect" presStyleLbl="bgShp" presStyleIdx="4" presStyleCnt="5"/>
      <dgm:spPr/>
    </dgm:pt>
    <dgm:pt modelId="{09B79EEE-D628-456C-BEDB-09A30344489F}" type="pres">
      <dgm:prSet presAssocID="{AB57C061-D026-49A1-8596-D6E30060478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3716E25-D9AB-4E54-ADEC-8B46FCA38F3A}" type="pres">
      <dgm:prSet presAssocID="{AB57C061-D026-49A1-8596-D6E300604789}" presName="spaceRect" presStyleCnt="0"/>
      <dgm:spPr/>
    </dgm:pt>
    <dgm:pt modelId="{F520D410-411B-4A4C-B558-6F0F8D7E5EC0}" type="pres">
      <dgm:prSet presAssocID="{AB57C061-D026-49A1-8596-D6E30060478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F5BCF07-A370-432E-8968-E3080EDE9F21}" type="presOf" srcId="{660C12B3-14A8-401E-94F3-5266B8E5C536}" destId="{178A125C-9FCA-4E95-AD56-AAA06BE62FBE}" srcOrd="0" destOrd="0" presId="urn:microsoft.com/office/officeart/2018/2/layout/IconVerticalSolidList"/>
    <dgm:cxn modelId="{864BC71B-496D-4E4A-8AE1-66869569435C}" type="presOf" srcId="{AB57C061-D026-49A1-8596-D6E300604789}" destId="{F520D410-411B-4A4C-B558-6F0F8D7E5EC0}" srcOrd="0" destOrd="0" presId="urn:microsoft.com/office/officeart/2018/2/layout/IconVerticalSolidList"/>
    <dgm:cxn modelId="{773A1E27-BEE6-4191-B830-5FD90F383ABB}" type="presOf" srcId="{2AD8410A-5DF2-49C4-ACF8-476648C4B8DC}" destId="{777FCB17-B3C4-466F-8C46-23AD82EF6DE7}" srcOrd="0" destOrd="0" presId="urn:microsoft.com/office/officeart/2018/2/layout/IconVerticalSolidList"/>
    <dgm:cxn modelId="{0968165C-1CB7-43F0-989D-E547586C6D96}" type="presOf" srcId="{8FC78DD1-34CF-4690-8078-DA922458B264}" destId="{036B8F79-EDE9-4672-886A-3A83C2AD07B1}" srcOrd="0" destOrd="0" presId="urn:microsoft.com/office/officeart/2018/2/layout/IconVerticalSolidList"/>
    <dgm:cxn modelId="{28EE0B50-5CA2-43BB-97E8-F449A37AE302}" type="presOf" srcId="{39CBF369-28A6-429E-A087-5815EBBC802B}" destId="{B2A114B1-A93C-4F3F-97B0-96004E3D7789}" srcOrd="0" destOrd="0" presId="urn:microsoft.com/office/officeart/2018/2/layout/IconVerticalSolidList"/>
    <dgm:cxn modelId="{71E40551-4C3C-4843-B885-E80FB39B7A71}" srcId="{8FC78DD1-34CF-4690-8078-DA922458B264}" destId="{AB57C061-D026-49A1-8596-D6E300604789}" srcOrd="4" destOrd="0" parTransId="{2C57197C-DB7A-4810-9B64-BF0884CE656A}" sibTransId="{3360F95E-3917-4354-98A3-9D5FE508EE1C}"/>
    <dgm:cxn modelId="{2952D278-3530-448B-9434-93F2D2896848}" srcId="{8FC78DD1-34CF-4690-8078-DA922458B264}" destId="{660C12B3-14A8-401E-94F3-5266B8E5C536}" srcOrd="2" destOrd="0" parTransId="{D9F7EEF4-F73B-481A-B930-2F068F8594EA}" sibTransId="{D71E7495-4DF4-42D2-BC1E-1223BE219FD0}"/>
    <dgm:cxn modelId="{9F5F55C6-5978-4CA2-9E7E-A38F1F25E083}" srcId="{8FC78DD1-34CF-4690-8078-DA922458B264}" destId="{2AD8410A-5DF2-49C4-ACF8-476648C4B8DC}" srcOrd="0" destOrd="0" parTransId="{38D5E1CA-C278-40B9-B392-43345975019B}" sibTransId="{6C916E7C-B1FA-4850-96A9-70D67A7E6C25}"/>
    <dgm:cxn modelId="{B859A0CB-AE63-4293-AFC0-35BD862CDB40}" srcId="{8FC78DD1-34CF-4690-8078-DA922458B264}" destId="{FBEAB49F-F18B-4149-9C99-3D4E38976FA7}" srcOrd="1" destOrd="0" parTransId="{E9F2A419-E45D-4172-B303-60DA64167FAF}" sibTransId="{64EB2768-D56C-43E2-A8FD-FB86F78F36C0}"/>
    <dgm:cxn modelId="{1B85C9E8-99D6-415C-B57B-2243F0988055}" srcId="{8FC78DD1-34CF-4690-8078-DA922458B264}" destId="{39CBF369-28A6-429E-A087-5815EBBC802B}" srcOrd="3" destOrd="0" parTransId="{7F9647AB-D423-41E0-915E-80E557A4CAA3}" sibTransId="{BD9D9F94-9E92-47A5-B0C3-A87FFEBDD13D}"/>
    <dgm:cxn modelId="{CDB1FCFC-F144-4F2D-A566-033B262A28E7}" type="presOf" srcId="{FBEAB49F-F18B-4149-9C99-3D4E38976FA7}" destId="{A63B0B24-310C-4064-88DB-172EF668FAEE}" srcOrd="0" destOrd="0" presId="urn:microsoft.com/office/officeart/2018/2/layout/IconVerticalSolidList"/>
    <dgm:cxn modelId="{119710E2-0948-4AE0-895C-AE09898CB92F}" type="presParOf" srcId="{036B8F79-EDE9-4672-886A-3A83C2AD07B1}" destId="{3B3A06F1-38BA-4E13-84E5-6C1E7D27E14F}" srcOrd="0" destOrd="0" presId="urn:microsoft.com/office/officeart/2018/2/layout/IconVerticalSolidList"/>
    <dgm:cxn modelId="{FFADC73E-53D7-4DD1-9CD5-5EFEC68A985D}" type="presParOf" srcId="{3B3A06F1-38BA-4E13-84E5-6C1E7D27E14F}" destId="{AF4741AD-4C4A-49FB-A48A-7486B9C288FB}" srcOrd="0" destOrd="0" presId="urn:microsoft.com/office/officeart/2018/2/layout/IconVerticalSolidList"/>
    <dgm:cxn modelId="{EA92A36A-264F-4D63-AB34-5E63A9549C02}" type="presParOf" srcId="{3B3A06F1-38BA-4E13-84E5-6C1E7D27E14F}" destId="{82D59877-4E67-408A-8FE9-CDF93BAF93C7}" srcOrd="1" destOrd="0" presId="urn:microsoft.com/office/officeart/2018/2/layout/IconVerticalSolidList"/>
    <dgm:cxn modelId="{A0D870E7-0E02-49F0-AF14-327D065AFB15}" type="presParOf" srcId="{3B3A06F1-38BA-4E13-84E5-6C1E7D27E14F}" destId="{4BD20114-7C04-478D-A08A-89C062981C18}" srcOrd="2" destOrd="0" presId="urn:microsoft.com/office/officeart/2018/2/layout/IconVerticalSolidList"/>
    <dgm:cxn modelId="{300CF195-FB32-49EA-8D3C-D870A95836F1}" type="presParOf" srcId="{3B3A06F1-38BA-4E13-84E5-6C1E7D27E14F}" destId="{777FCB17-B3C4-466F-8C46-23AD82EF6DE7}" srcOrd="3" destOrd="0" presId="urn:microsoft.com/office/officeart/2018/2/layout/IconVerticalSolidList"/>
    <dgm:cxn modelId="{CADBA2DB-5561-4F2A-BAC3-31E746CC10F6}" type="presParOf" srcId="{036B8F79-EDE9-4672-886A-3A83C2AD07B1}" destId="{4160AA7B-8719-4BAF-AE58-DFBD11948ABF}" srcOrd="1" destOrd="0" presId="urn:microsoft.com/office/officeart/2018/2/layout/IconVerticalSolidList"/>
    <dgm:cxn modelId="{6112DB65-0C9C-46FF-9A16-DA4462B26E0D}" type="presParOf" srcId="{036B8F79-EDE9-4672-886A-3A83C2AD07B1}" destId="{9F50FC06-C78F-4E53-BCD8-5B6F806F7369}" srcOrd="2" destOrd="0" presId="urn:microsoft.com/office/officeart/2018/2/layout/IconVerticalSolidList"/>
    <dgm:cxn modelId="{BAFFDD30-8ACA-4472-85F6-66310930A96D}" type="presParOf" srcId="{9F50FC06-C78F-4E53-BCD8-5B6F806F7369}" destId="{D0EC3CD1-FD68-4ECA-996B-507489268181}" srcOrd="0" destOrd="0" presId="urn:microsoft.com/office/officeart/2018/2/layout/IconVerticalSolidList"/>
    <dgm:cxn modelId="{59030295-2392-48AB-AF35-960D8339A9C9}" type="presParOf" srcId="{9F50FC06-C78F-4E53-BCD8-5B6F806F7369}" destId="{299231A9-EDE7-4478-A38E-6ED239D9E68E}" srcOrd="1" destOrd="0" presId="urn:microsoft.com/office/officeart/2018/2/layout/IconVerticalSolidList"/>
    <dgm:cxn modelId="{2DAD03FC-0C4C-4E90-9CD9-D1860E15384F}" type="presParOf" srcId="{9F50FC06-C78F-4E53-BCD8-5B6F806F7369}" destId="{191C5E56-48A9-478E-A6CF-AB3137306108}" srcOrd="2" destOrd="0" presId="urn:microsoft.com/office/officeart/2018/2/layout/IconVerticalSolidList"/>
    <dgm:cxn modelId="{61A5B337-CEF4-44E1-AB63-276CD066C7BF}" type="presParOf" srcId="{9F50FC06-C78F-4E53-BCD8-5B6F806F7369}" destId="{A63B0B24-310C-4064-88DB-172EF668FAEE}" srcOrd="3" destOrd="0" presId="urn:microsoft.com/office/officeart/2018/2/layout/IconVerticalSolidList"/>
    <dgm:cxn modelId="{FE9CA4D1-1663-4432-8854-0BE63943DE8A}" type="presParOf" srcId="{036B8F79-EDE9-4672-886A-3A83C2AD07B1}" destId="{900DBB58-D831-4AD0-8244-C83676CFC6BD}" srcOrd="3" destOrd="0" presId="urn:microsoft.com/office/officeart/2018/2/layout/IconVerticalSolidList"/>
    <dgm:cxn modelId="{05CBB119-226B-4F47-9AF7-1E6D28D40B67}" type="presParOf" srcId="{036B8F79-EDE9-4672-886A-3A83C2AD07B1}" destId="{D41D0681-302E-48FD-A7EC-1F6573269D43}" srcOrd="4" destOrd="0" presId="urn:microsoft.com/office/officeart/2018/2/layout/IconVerticalSolidList"/>
    <dgm:cxn modelId="{2A5ACA97-B0BF-48D4-9650-95FEEEC77003}" type="presParOf" srcId="{D41D0681-302E-48FD-A7EC-1F6573269D43}" destId="{DA3E09BC-424C-4DC6-A65C-913CBE016D70}" srcOrd="0" destOrd="0" presId="urn:microsoft.com/office/officeart/2018/2/layout/IconVerticalSolidList"/>
    <dgm:cxn modelId="{0C1ADA26-5A47-4C01-ABAC-7F59B34D147B}" type="presParOf" srcId="{D41D0681-302E-48FD-A7EC-1F6573269D43}" destId="{39AA399F-273D-4E6F-B688-4483F00A6A8D}" srcOrd="1" destOrd="0" presId="urn:microsoft.com/office/officeart/2018/2/layout/IconVerticalSolidList"/>
    <dgm:cxn modelId="{695F1E83-5D3A-4621-AD05-E9E606FD29A8}" type="presParOf" srcId="{D41D0681-302E-48FD-A7EC-1F6573269D43}" destId="{27B8688D-4462-49E3-A5C5-B1100A3B20CE}" srcOrd="2" destOrd="0" presId="urn:microsoft.com/office/officeart/2018/2/layout/IconVerticalSolidList"/>
    <dgm:cxn modelId="{746B3BA6-F9DE-4939-AF80-E8A4DBAF8358}" type="presParOf" srcId="{D41D0681-302E-48FD-A7EC-1F6573269D43}" destId="{178A125C-9FCA-4E95-AD56-AAA06BE62FBE}" srcOrd="3" destOrd="0" presId="urn:microsoft.com/office/officeart/2018/2/layout/IconVerticalSolidList"/>
    <dgm:cxn modelId="{C360C7C4-4BD2-4B7A-8587-AEB9097320BA}" type="presParOf" srcId="{036B8F79-EDE9-4672-886A-3A83C2AD07B1}" destId="{E570BF7A-853E-4225-8977-F339B7CE1D4B}" srcOrd="5" destOrd="0" presId="urn:microsoft.com/office/officeart/2018/2/layout/IconVerticalSolidList"/>
    <dgm:cxn modelId="{0FB898B4-BA29-4148-99DD-1A5692BC4374}" type="presParOf" srcId="{036B8F79-EDE9-4672-886A-3A83C2AD07B1}" destId="{2C77A559-0D4F-41B7-A8B7-F28E6E55CCE7}" srcOrd="6" destOrd="0" presId="urn:microsoft.com/office/officeart/2018/2/layout/IconVerticalSolidList"/>
    <dgm:cxn modelId="{A573784B-133F-4048-89DB-E73861E06240}" type="presParOf" srcId="{2C77A559-0D4F-41B7-A8B7-F28E6E55CCE7}" destId="{179B37DC-EB38-4B8C-9E0F-66A2B64C1C77}" srcOrd="0" destOrd="0" presId="urn:microsoft.com/office/officeart/2018/2/layout/IconVerticalSolidList"/>
    <dgm:cxn modelId="{5367AE0D-727E-4663-BB82-CE33CD20704E}" type="presParOf" srcId="{2C77A559-0D4F-41B7-A8B7-F28E6E55CCE7}" destId="{E5DFAEEC-243B-4020-BCBC-F57D3B8BAE09}" srcOrd="1" destOrd="0" presId="urn:microsoft.com/office/officeart/2018/2/layout/IconVerticalSolidList"/>
    <dgm:cxn modelId="{59C7898D-51FF-4CCD-BB2E-DB3B6540FD9A}" type="presParOf" srcId="{2C77A559-0D4F-41B7-A8B7-F28E6E55CCE7}" destId="{64D2A167-F3C2-4471-9998-E99187135AE9}" srcOrd="2" destOrd="0" presId="urn:microsoft.com/office/officeart/2018/2/layout/IconVerticalSolidList"/>
    <dgm:cxn modelId="{B6BC351F-7A42-4E0B-8405-23677FBE1699}" type="presParOf" srcId="{2C77A559-0D4F-41B7-A8B7-F28E6E55CCE7}" destId="{B2A114B1-A93C-4F3F-97B0-96004E3D7789}" srcOrd="3" destOrd="0" presId="urn:microsoft.com/office/officeart/2018/2/layout/IconVerticalSolidList"/>
    <dgm:cxn modelId="{5CAF3EB9-1D84-4810-8BE6-418A2DED040D}" type="presParOf" srcId="{036B8F79-EDE9-4672-886A-3A83C2AD07B1}" destId="{5C522584-484A-4B4E-BE5E-98785DA7E0D1}" srcOrd="7" destOrd="0" presId="urn:microsoft.com/office/officeart/2018/2/layout/IconVerticalSolidList"/>
    <dgm:cxn modelId="{F104A274-C213-4B87-BE83-EA3140F29F13}" type="presParOf" srcId="{036B8F79-EDE9-4672-886A-3A83C2AD07B1}" destId="{361CCF72-8510-41E1-A755-F17CB45810C6}" srcOrd="8" destOrd="0" presId="urn:microsoft.com/office/officeart/2018/2/layout/IconVerticalSolidList"/>
    <dgm:cxn modelId="{A80C0D99-74D7-479F-B2F0-BA5B9EB7987A}" type="presParOf" srcId="{361CCF72-8510-41E1-A755-F17CB45810C6}" destId="{B0838829-D202-4B07-AFCE-CE86CF549170}" srcOrd="0" destOrd="0" presId="urn:microsoft.com/office/officeart/2018/2/layout/IconVerticalSolidList"/>
    <dgm:cxn modelId="{9C0DF321-32DD-4D36-8782-5DEE76393179}" type="presParOf" srcId="{361CCF72-8510-41E1-A755-F17CB45810C6}" destId="{09B79EEE-D628-456C-BEDB-09A30344489F}" srcOrd="1" destOrd="0" presId="urn:microsoft.com/office/officeart/2018/2/layout/IconVerticalSolidList"/>
    <dgm:cxn modelId="{0457244A-C40A-411A-A6B6-CB6B96B94EC4}" type="presParOf" srcId="{361CCF72-8510-41E1-A755-F17CB45810C6}" destId="{73716E25-D9AB-4E54-ADEC-8B46FCA38F3A}" srcOrd="2" destOrd="0" presId="urn:microsoft.com/office/officeart/2018/2/layout/IconVerticalSolidList"/>
    <dgm:cxn modelId="{C86641A9-11C5-45BE-B040-543E72F74DF0}" type="presParOf" srcId="{361CCF72-8510-41E1-A755-F17CB45810C6}" destId="{F520D410-411B-4A4C-B558-6F0F8D7E5E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1BF276-9F6D-4540-99D9-52C1745F958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527BB38-E176-4B80-96DE-432D1BCFE989}">
      <dgm:prSet/>
      <dgm:spPr/>
      <dgm:t>
        <a:bodyPr/>
        <a:lstStyle/>
        <a:p>
          <a:pPr>
            <a:defRPr cap="all"/>
          </a:pPr>
          <a:r>
            <a:rPr lang="en-US"/>
            <a:t>Develop a web-based community support system</a:t>
          </a:r>
        </a:p>
      </dgm:t>
    </dgm:pt>
    <dgm:pt modelId="{2F0398D0-638D-4C16-87C1-A3BB8D88E82D}" type="parTrans" cxnId="{FFD628D8-2A20-4D5E-8E69-BFEA1D7A31B6}">
      <dgm:prSet/>
      <dgm:spPr/>
      <dgm:t>
        <a:bodyPr/>
        <a:lstStyle/>
        <a:p>
          <a:endParaRPr lang="en-US"/>
        </a:p>
      </dgm:t>
    </dgm:pt>
    <dgm:pt modelId="{5D7D4C5B-5E0F-46A4-8799-95D433C3F1CE}" type="sibTrans" cxnId="{FFD628D8-2A20-4D5E-8E69-BFEA1D7A31B6}">
      <dgm:prSet/>
      <dgm:spPr/>
      <dgm:t>
        <a:bodyPr/>
        <a:lstStyle/>
        <a:p>
          <a:endParaRPr lang="en-US"/>
        </a:p>
      </dgm:t>
    </dgm:pt>
    <dgm:pt modelId="{31B48B7C-89D6-46D7-A630-3F842EDFDF36}">
      <dgm:prSet/>
      <dgm:spPr/>
      <dgm:t>
        <a:bodyPr/>
        <a:lstStyle/>
        <a:p>
          <a:pPr>
            <a:defRPr cap="all"/>
          </a:pPr>
          <a:r>
            <a:rPr lang="en-US"/>
            <a:t>Connect people in need with helpers</a:t>
          </a:r>
        </a:p>
      </dgm:t>
    </dgm:pt>
    <dgm:pt modelId="{A916FAB7-F8A6-4C47-B0A6-67DADEE8EE64}" type="parTrans" cxnId="{4B3455A3-07D1-4730-8587-9C05F4296226}">
      <dgm:prSet/>
      <dgm:spPr/>
      <dgm:t>
        <a:bodyPr/>
        <a:lstStyle/>
        <a:p>
          <a:endParaRPr lang="en-US"/>
        </a:p>
      </dgm:t>
    </dgm:pt>
    <dgm:pt modelId="{2B6D292B-634F-4F47-BA12-2B1A9AFCB433}" type="sibTrans" cxnId="{4B3455A3-07D1-4730-8587-9C05F4296226}">
      <dgm:prSet/>
      <dgm:spPr/>
      <dgm:t>
        <a:bodyPr/>
        <a:lstStyle/>
        <a:p>
          <a:endParaRPr lang="en-US"/>
        </a:p>
      </dgm:t>
    </dgm:pt>
    <dgm:pt modelId="{F4BD2D24-9464-4385-B0F3-27C85D4903AC}">
      <dgm:prSet/>
      <dgm:spPr/>
      <dgm:t>
        <a:bodyPr/>
        <a:lstStyle/>
        <a:p>
          <a:pPr>
            <a:defRPr cap="all"/>
          </a:pPr>
          <a:r>
            <a:rPr lang="en-US"/>
            <a:t>Promote volunteering and social responsibility</a:t>
          </a:r>
        </a:p>
      </dgm:t>
    </dgm:pt>
    <dgm:pt modelId="{2F237295-2AA1-4E73-8228-5A8C3EF44EC3}" type="parTrans" cxnId="{49B3F937-7B61-4519-9562-781F5D65BC95}">
      <dgm:prSet/>
      <dgm:spPr/>
      <dgm:t>
        <a:bodyPr/>
        <a:lstStyle/>
        <a:p>
          <a:endParaRPr lang="en-US"/>
        </a:p>
      </dgm:t>
    </dgm:pt>
    <dgm:pt modelId="{D3B52A8A-70CF-49DF-8943-60BBAEC9C842}" type="sibTrans" cxnId="{49B3F937-7B61-4519-9562-781F5D65BC95}">
      <dgm:prSet/>
      <dgm:spPr/>
      <dgm:t>
        <a:bodyPr/>
        <a:lstStyle/>
        <a:p>
          <a:endParaRPr lang="en-US"/>
        </a:p>
      </dgm:t>
    </dgm:pt>
    <dgm:pt modelId="{12B519CC-381D-4F1C-BB9A-0AB655398491}">
      <dgm:prSet/>
      <dgm:spPr/>
      <dgm:t>
        <a:bodyPr/>
        <a:lstStyle/>
        <a:p>
          <a:pPr>
            <a:defRPr cap="all"/>
          </a:pPr>
          <a:r>
            <a:rPr lang="en-US"/>
            <a:t>Provide fast communication and coordination</a:t>
          </a:r>
        </a:p>
      </dgm:t>
    </dgm:pt>
    <dgm:pt modelId="{C57EC3D8-CC9A-41B5-B0D4-69CBE7356E81}" type="parTrans" cxnId="{88298271-B2A9-496B-8A31-99A230FD24B9}">
      <dgm:prSet/>
      <dgm:spPr/>
      <dgm:t>
        <a:bodyPr/>
        <a:lstStyle/>
        <a:p>
          <a:endParaRPr lang="en-US"/>
        </a:p>
      </dgm:t>
    </dgm:pt>
    <dgm:pt modelId="{2DEFC7F2-D082-40E9-B1DE-5A4C1E831EF9}" type="sibTrans" cxnId="{88298271-B2A9-496B-8A31-99A230FD24B9}">
      <dgm:prSet/>
      <dgm:spPr/>
      <dgm:t>
        <a:bodyPr/>
        <a:lstStyle/>
        <a:p>
          <a:endParaRPr lang="en-US"/>
        </a:p>
      </dgm:t>
    </dgm:pt>
    <dgm:pt modelId="{EFEDCBCB-9E46-4DDF-B376-952DD039FA6A}">
      <dgm:prSet/>
      <dgm:spPr/>
      <dgm:t>
        <a:bodyPr/>
        <a:lstStyle/>
        <a:p>
          <a:pPr>
            <a:defRPr cap="all"/>
          </a:pPr>
          <a:r>
            <a:rPr lang="en-US"/>
            <a:t>Strengthen community bonding</a:t>
          </a:r>
        </a:p>
      </dgm:t>
    </dgm:pt>
    <dgm:pt modelId="{018E3E4A-6CC7-4973-8D30-9F8D487882AC}" type="parTrans" cxnId="{61516A9D-AA7B-43DC-B7CE-D343A0DA3CFE}">
      <dgm:prSet/>
      <dgm:spPr/>
      <dgm:t>
        <a:bodyPr/>
        <a:lstStyle/>
        <a:p>
          <a:endParaRPr lang="en-US"/>
        </a:p>
      </dgm:t>
    </dgm:pt>
    <dgm:pt modelId="{73B0A0F5-FDF6-4B0A-82C2-FD9332C645A0}" type="sibTrans" cxnId="{61516A9D-AA7B-43DC-B7CE-D343A0DA3CFE}">
      <dgm:prSet/>
      <dgm:spPr/>
      <dgm:t>
        <a:bodyPr/>
        <a:lstStyle/>
        <a:p>
          <a:endParaRPr lang="en-US"/>
        </a:p>
      </dgm:t>
    </dgm:pt>
    <dgm:pt modelId="{53C601C7-CCEF-4AB5-BBA3-4D1E1B3D9E1A}" type="pres">
      <dgm:prSet presAssocID="{451BF276-9F6D-4540-99D9-52C1745F9587}" presName="root" presStyleCnt="0">
        <dgm:presLayoutVars>
          <dgm:dir/>
          <dgm:resizeHandles val="exact"/>
        </dgm:presLayoutVars>
      </dgm:prSet>
      <dgm:spPr/>
    </dgm:pt>
    <dgm:pt modelId="{1E2ED16A-B4A7-4BC9-91C4-478DFE17DB31}" type="pres">
      <dgm:prSet presAssocID="{D527BB38-E176-4B80-96DE-432D1BCFE989}" presName="compNode" presStyleCnt="0"/>
      <dgm:spPr/>
    </dgm:pt>
    <dgm:pt modelId="{E4CD5684-B947-4BE9-8BE8-DE5765E78291}" type="pres">
      <dgm:prSet presAssocID="{D527BB38-E176-4B80-96DE-432D1BCFE989}" presName="iconBgRect" presStyleLbl="bgShp" presStyleIdx="0" presStyleCnt="5"/>
      <dgm:spPr/>
    </dgm:pt>
    <dgm:pt modelId="{0D8174B8-FE5A-4BD3-A562-5FE2AF38171C}" type="pres">
      <dgm:prSet presAssocID="{D527BB38-E176-4B80-96DE-432D1BCFE98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C073D016-1F4C-4FB3-BE6E-302C527A6A3A}" type="pres">
      <dgm:prSet presAssocID="{D527BB38-E176-4B80-96DE-432D1BCFE989}" presName="spaceRect" presStyleCnt="0"/>
      <dgm:spPr/>
    </dgm:pt>
    <dgm:pt modelId="{C0179152-5DD6-4C4C-BE0A-709E71E3B38F}" type="pres">
      <dgm:prSet presAssocID="{D527BB38-E176-4B80-96DE-432D1BCFE989}" presName="textRect" presStyleLbl="revTx" presStyleIdx="0" presStyleCnt="5">
        <dgm:presLayoutVars>
          <dgm:chMax val="1"/>
          <dgm:chPref val="1"/>
        </dgm:presLayoutVars>
      </dgm:prSet>
      <dgm:spPr/>
    </dgm:pt>
    <dgm:pt modelId="{0DA49034-E005-416B-B818-06D3F9AA9C0C}" type="pres">
      <dgm:prSet presAssocID="{5D7D4C5B-5E0F-46A4-8799-95D433C3F1CE}" presName="sibTrans" presStyleCnt="0"/>
      <dgm:spPr/>
    </dgm:pt>
    <dgm:pt modelId="{33A05A0E-9100-41BF-901C-7D21790BC95A}" type="pres">
      <dgm:prSet presAssocID="{31B48B7C-89D6-46D7-A630-3F842EDFDF36}" presName="compNode" presStyleCnt="0"/>
      <dgm:spPr/>
    </dgm:pt>
    <dgm:pt modelId="{F9A26357-6D62-4977-AC66-0D97EA1C6F0D}" type="pres">
      <dgm:prSet presAssocID="{31B48B7C-89D6-46D7-A630-3F842EDFDF36}" presName="iconBgRect" presStyleLbl="bgShp" presStyleIdx="1" presStyleCnt="5"/>
      <dgm:spPr/>
    </dgm:pt>
    <dgm:pt modelId="{BAB9E087-91F2-45C4-8A18-98BCA5FA9252}" type="pres">
      <dgm:prSet presAssocID="{31B48B7C-89D6-46D7-A630-3F842EDFDF3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42CFF57A-C974-46DA-BDBF-D77CFA527AED}" type="pres">
      <dgm:prSet presAssocID="{31B48B7C-89D6-46D7-A630-3F842EDFDF36}" presName="spaceRect" presStyleCnt="0"/>
      <dgm:spPr/>
    </dgm:pt>
    <dgm:pt modelId="{0ADCBE24-B2EC-4B36-8F3B-F2FAEDD63513}" type="pres">
      <dgm:prSet presAssocID="{31B48B7C-89D6-46D7-A630-3F842EDFDF36}" presName="textRect" presStyleLbl="revTx" presStyleIdx="1" presStyleCnt="5">
        <dgm:presLayoutVars>
          <dgm:chMax val="1"/>
          <dgm:chPref val="1"/>
        </dgm:presLayoutVars>
      </dgm:prSet>
      <dgm:spPr/>
    </dgm:pt>
    <dgm:pt modelId="{A3EEB437-30E9-4CC4-82DC-8611B03B0A10}" type="pres">
      <dgm:prSet presAssocID="{2B6D292B-634F-4F47-BA12-2B1A9AFCB433}" presName="sibTrans" presStyleCnt="0"/>
      <dgm:spPr/>
    </dgm:pt>
    <dgm:pt modelId="{47EC7910-F807-430D-A04D-8FE199704087}" type="pres">
      <dgm:prSet presAssocID="{F4BD2D24-9464-4385-B0F3-27C85D4903AC}" presName="compNode" presStyleCnt="0"/>
      <dgm:spPr/>
    </dgm:pt>
    <dgm:pt modelId="{1F73127E-C478-4CAA-B57C-1A57A78C3CB0}" type="pres">
      <dgm:prSet presAssocID="{F4BD2D24-9464-4385-B0F3-27C85D4903AC}" presName="iconBgRect" presStyleLbl="bgShp" presStyleIdx="2" presStyleCnt="5"/>
      <dgm:spPr/>
    </dgm:pt>
    <dgm:pt modelId="{1FB4B8C7-139A-402B-B581-162CB2B6425F}" type="pres">
      <dgm:prSet presAssocID="{F4BD2D24-9464-4385-B0F3-27C85D4903A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F773D04-1A0E-4059-A6E9-6F9CCB727541}" type="pres">
      <dgm:prSet presAssocID="{F4BD2D24-9464-4385-B0F3-27C85D4903AC}" presName="spaceRect" presStyleCnt="0"/>
      <dgm:spPr/>
    </dgm:pt>
    <dgm:pt modelId="{1C8197EE-02FF-483F-90D6-3380CE61B763}" type="pres">
      <dgm:prSet presAssocID="{F4BD2D24-9464-4385-B0F3-27C85D4903AC}" presName="textRect" presStyleLbl="revTx" presStyleIdx="2" presStyleCnt="5">
        <dgm:presLayoutVars>
          <dgm:chMax val="1"/>
          <dgm:chPref val="1"/>
        </dgm:presLayoutVars>
      </dgm:prSet>
      <dgm:spPr/>
    </dgm:pt>
    <dgm:pt modelId="{E9F64554-CBE6-4195-A963-4D9C54175D45}" type="pres">
      <dgm:prSet presAssocID="{D3B52A8A-70CF-49DF-8943-60BBAEC9C842}" presName="sibTrans" presStyleCnt="0"/>
      <dgm:spPr/>
    </dgm:pt>
    <dgm:pt modelId="{6C441B52-7897-46EF-93B2-7A3CFEEA69A6}" type="pres">
      <dgm:prSet presAssocID="{12B519CC-381D-4F1C-BB9A-0AB655398491}" presName="compNode" presStyleCnt="0"/>
      <dgm:spPr/>
    </dgm:pt>
    <dgm:pt modelId="{560E6879-CF63-4AB9-A7DF-BA9410C659A4}" type="pres">
      <dgm:prSet presAssocID="{12B519CC-381D-4F1C-BB9A-0AB655398491}" presName="iconBgRect" presStyleLbl="bgShp" presStyleIdx="3" presStyleCnt="5"/>
      <dgm:spPr/>
    </dgm:pt>
    <dgm:pt modelId="{3AEC0616-186A-4B03-A7B0-94569B880F69}" type="pres">
      <dgm:prSet presAssocID="{12B519CC-381D-4F1C-BB9A-0AB65539849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656FBD4-814E-4069-85F0-749A5AC39A6D}" type="pres">
      <dgm:prSet presAssocID="{12B519CC-381D-4F1C-BB9A-0AB655398491}" presName="spaceRect" presStyleCnt="0"/>
      <dgm:spPr/>
    </dgm:pt>
    <dgm:pt modelId="{DBA958D5-DA43-4077-A6A2-D59F8CC258AB}" type="pres">
      <dgm:prSet presAssocID="{12B519CC-381D-4F1C-BB9A-0AB655398491}" presName="textRect" presStyleLbl="revTx" presStyleIdx="3" presStyleCnt="5">
        <dgm:presLayoutVars>
          <dgm:chMax val="1"/>
          <dgm:chPref val="1"/>
        </dgm:presLayoutVars>
      </dgm:prSet>
      <dgm:spPr/>
    </dgm:pt>
    <dgm:pt modelId="{71601EE2-7D69-4D62-811D-C25349D6992F}" type="pres">
      <dgm:prSet presAssocID="{2DEFC7F2-D082-40E9-B1DE-5A4C1E831EF9}" presName="sibTrans" presStyleCnt="0"/>
      <dgm:spPr/>
    </dgm:pt>
    <dgm:pt modelId="{1F1F91C4-C4B0-44E3-94EE-3BC853789C5D}" type="pres">
      <dgm:prSet presAssocID="{EFEDCBCB-9E46-4DDF-B376-952DD039FA6A}" presName="compNode" presStyleCnt="0"/>
      <dgm:spPr/>
    </dgm:pt>
    <dgm:pt modelId="{66267113-D7CA-42E5-B08A-0C9153112CF4}" type="pres">
      <dgm:prSet presAssocID="{EFEDCBCB-9E46-4DDF-B376-952DD039FA6A}" presName="iconBgRect" presStyleLbl="bgShp" presStyleIdx="4" presStyleCnt="5"/>
      <dgm:spPr/>
    </dgm:pt>
    <dgm:pt modelId="{3D8F10FD-1135-4B8A-8C4D-2CAA126686C7}" type="pres">
      <dgm:prSet presAssocID="{EFEDCBCB-9E46-4DDF-B376-952DD039FA6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m"/>
        </a:ext>
      </dgm:extLst>
    </dgm:pt>
    <dgm:pt modelId="{DDA190B7-9E53-476D-A0E4-0113F4598189}" type="pres">
      <dgm:prSet presAssocID="{EFEDCBCB-9E46-4DDF-B376-952DD039FA6A}" presName="spaceRect" presStyleCnt="0"/>
      <dgm:spPr/>
    </dgm:pt>
    <dgm:pt modelId="{C1DEEAF8-5832-477D-97FC-DEE89C359FE7}" type="pres">
      <dgm:prSet presAssocID="{EFEDCBCB-9E46-4DDF-B376-952DD039FA6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7A45D17-5DF2-4A34-BB54-2A5EE323FC3E}" type="presOf" srcId="{F4BD2D24-9464-4385-B0F3-27C85D4903AC}" destId="{1C8197EE-02FF-483F-90D6-3380CE61B763}" srcOrd="0" destOrd="0" presId="urn:microsoft.com/office/officeart/2018/5/layout/IconCircleLabelList"/>
    <dgm:cxn modelId="{3035D336-3AF9-47EF-A954-BC483993C1F3}" type="presOf" srcId="{EFEDCBCB-9E46-4DDF-B376-952DD039FA6A}" destId="{C1DEEAF8-5832-477D-97FC-DEE89C359FE7}" srcOrd="0" destOrd="0" presId="urn:microsoft.com/office/officeart/2018/5/layout/IconCircleLabelList"/>
    <dgm:cxn modelId="{49B3F937-7B61-4519-9562-781F5D65BC95}" srcId="{451BF276-9F6D-4540-99D9-52C1745F9587}" destId="{F4BD2D24-9464-4385-B0F3-27C85D4903AC}" srcOrd="2" destOrd="0" parTransId="{2F237295-2AA1-4E73-8228-5A8C3EF44EC3}" sibTransId="{D3B52A8A-70CF-49DF-8943-60BBAEC9C842}"/>
    <dgm:cxn modelId="{4F14DA5D-BEBE-413D-89A3-473A7A70A6BC}" type="presOf" srcId="{31B48B7C-89D6-46D7-A630-3F842EDFDF36}" destId="{0ADCBE24-B2EC-4B36-8F3B-F2FAEDD63513}" srcOrd="0" destOrd="0" presId="urn:microsoft.com/office/officeart/2018/5/layout/IconCircleLabelList"/>
    <dgm:cxn modelId="{E5BC7563-5C95-4D14-94D9-3B13690786A7}" type="presOf" srcId="{D527BB38-E176-4B80-96DE-432D1BCFE989}" destId="{C0179152-5DD6-4C4C-BE0A-709E71E3B38F}" srcOrd="0" destOrd="0" presId="urn:microsoft.com/office/officeart/2018/5/layout/IconCircleLabelList"/>
    <dgm:cxn modelId="{88298271-B2A9-496B-8A31-99A230FD24B9}" srcId="{451BF276-9F6D-4540-99D9-52C1745F9587}" destId="{12B519CC-381D-4F1C-BB9A-0AB655398491}" srcOrd="3" destOrd="0" parTransId="{C57EC3D8-CC9A-41B5-B0D4-69CBE7356E81}" sibTransId="{2DEFC7F2-D082-40E9-B1DE-5A4C1E831EF9}"/>
    <dgm:cxn modelId="{673F4C8C-748B-439F-BE5B-2A8216328E2F}" type="presOf" srcId="{12B519CC-381D-4F1C-BB9A-0AB655398491}" destId="{DBA958D5-DA43-4077-A6A2-D59F8CC258AB}" srcOrd="0" destOrd="0" presId="urn:microsoft.com/office/officeart/2018/5/layout/IconCircleLabelList"/>
    <dgm:cxn modelId="{61516A9D-AA7B-43DC-B7CE-D343A0DA3CFE}" srcId="{451BF276-9F6D-4540-99D9-52C1745F9587}" destId="{EFEDCBCB-9E46-4DDF-B376-952DD039FA6A}" srcOrd="4" destOrd="0" parTransId="{018E3E4A-6CC7-4973-8D30-9F8D487882AC}" sibTransId="{73B0A0F5-FDF6-4B0A-82C2-FD9332C645A0}"/>
    <dgm:cxn modelId="{4B3455A3-07D1-4730-8587-9C05F4296226}" srcId="{451BF276-9F6D-4540-99D9-52C1745F9587}" destId="{31B48B7C-89D6-46D7-A630-3F842EDFDF36}" srcOrd="1" destOrd="0" parTransId="{A916FAB7-F8A6-4C47-B0A6-67DADEE8EE64}" sibTransId="{2B6D292B-634F-4F47-BA12-2B1A9AFCB433}"/>
    <dgm:cxn modelId="{FFD628D8-2A20-4D5E-8E69-BFEA1D7A31B6}" srcId="{451BF276-9F6D-4540-99D9-52C1745F9587}" destId="{D527BB38-E176-4B80-96DE-432D1BCFE989}" srcOrd="0" destOrd="0" parTransId="{2F0398D0-638D-4C16-87C1-A3BB8D88E82D}" sibTransId="{5D7D4C5B-5E0F-46A4-8799-95D433C3F1CE}"/>
    <dgm:cxn modelId="{C5661ADE-C018-40F2-A3CB-437B9023A906}" type="presOf" srcId="{451BF276-9F6D-4540-99D9-52C1745F9587}" destId="{53C601C7-CCEF-4AB5-BBA3-4D1E1B3D9E1A}" srcOrd="0" destOrd="0" presId="urn:microsoft.com/office/officeart/2018/5/layout/IconCircleLabelList"/>
    <dgm:cxn modelId="{DC1BA03A-C6E9-4B82-9493-58560BB92F35}" type="presParOf" srcId="{53C601C7-CCEF-4AB5-BBA3-4D1E1B3D9E1A}" destId="{1E2ED16A-B4A7-4BC9-91C4-478DFE17DB31}" srcOrd="0" destOrd="0" presId="urn:microsoft.com/office/officeart/2018/5/layout/IconCircleLabelList"/>
    <dgm:cxn modelId="{DD150CC1-D48D-412B-A814-097EE5711F15}" type="presParOf" srcId="{1E2ED16A-B4A7-4BC9-91C4-478DFE17DB31}" destId="{E4CD5684-B947-4BE9-8BE8-DE5765E78291}" srcOrd="0" destOrd="0" presId="urn:microsoft.com/office/officeart/2018/5/layout/IconCircleLabelList"/>
    <dgm:cxn modelId="{97D34B9D-DB6A-464F-870B-EF633D89E927}" type="presParOf" srcId="{1E2ED16A-B4A7-4BC9-91C4-478DFE17DB31}" destId="{0D8174B8-FE5A-4BD3-A562-5FE2AF38171C}" srcOrd="1" destOrd="0" presId="urn:microsoft.com/office/officeart/2018/5/layout/IconCircleLabelList"/>
    <dgm:cxn modelId="{AE82A513-4AF0-4B8A-972C-2089534BAE7C}" type="presParOf" srcId="{1E2ED16A-B4A7-4BC9-91C4-478DFE17DB31}" destId="{C073D016-1F4C-4FB3-BE6E-302C527A6A3A}" srcOrd="2" destOrd="0" presId="urn:microsoft.com/office/officeart/2018/5/layout/IconCircleLabelList"/>
    <dgm:cxn modelId="{5A1FB34F-78DD-40D0-999D-306BBD30A736}" type="presParOf" srcId="{1E2ED16A-B4A7-4BC9-91C4-478DFE17DB31}" destId="{C0179152-5DD6-4C4C-BE0A-709E71E3B38F}" srcOrd="3" destOrd="0" presId="urn:microsoft.com/office/officeart/2018/5/layout/IconCircleLabelList"/>
    <dgm:cxn modelId="{2366CB6F-A8B1-4DED-8913-B9BDCCFE1054}" type="presParOf" srcId="{53C601C7-CCEF-4AB5-BBA3-4D1E1B3D9E1A}" destId="{0DA49034-E005-416B-B818-06D3F9AA9C0C}" srcOrd="1" destOrd="0" presId="urn:microsoft.com/office/officeart/2018/5/layout/IconCircleLabelList"/>
    <dgm:cxn modelId="{ABE94C4A-294F-4CA4-BEF3-159F13BAA680}" type="presParOf" srcId="{53C601C7-CCEF-4AB5-BBA3-4D1E1B3D9E1A}" destId="{33A05A0E-9100-41BF-901C-7D21790BC95A}" srcOrd="2" destOrd="0" presId="urn:microsoft.com/office/officeart/2018/5/layout/IconCircleLabelList"/>
    <dgm:cxn modelId="{437C618E-2543-4CFC-B396-BF030CDB9FA6}" type="presParOf" srcId="{33A05A0E-9100-41BF-901C-7D21790BC95A}" destId="{F9A26357-6D62-4977-AC66-0D97EA1C6F0D}" srcOrd="0" destOrd="0" presId="urn:microsoft.com/office/officeart/2018/5/layout/IconCircleLabelList"/>
    <dgm:cxn modelId="{CE0BD5E9-5C11-435A-A528-87A8E4830859}" type="presParOf" srcId="{33A05A0E-9100-41BF-901C-7D21790BC95A}" destId="{BAB9E087-91F2-45C4-8A18-98BCA5FA9252}" srcOrd="1" destOrd="0" presId="urn:microsoft.com/office/officeart/2018/5/layout/IconCircleLabelList"/>
    <dgm:cxn modelId="{8CFE95E6-DC77-43DD-82D8-CDB7EF21DCB4}" type="presParOf" srcId="{33A05A0E-9100-41BF-901C-7D21790BC95A}" destId="{42CFF57A-C974-46DA-BDBF-D77CFA527AED}" srcOrd="2" destOrd="0" presId="urn:microsoft.com/office/officeart/2018/5/layout/IconCircleLabelList"/>
    <dgm:cxn modelId="{808B17FC-BF88-46F0-B79B-FC4011CFBD0C}" type="presParOf" srcId="{33A05A0E-9100-41BF-901C-7D21790BC95A}" destId="{0ADCBE24-B2EC-4B36-8F3B-F2FAEDD63513}" srcOrd="3" destOrd="0" presId="urn:microsoft.com/office/officeart/2018/5/layout/IconCircleLabelList"/>
    <dgm:cxn modelId="{203AEE17-CAF7-4F96-8C46-A0CB67DEEEF8}" type="presParOf" srcId="{53C601C7-CCEF-4AB5-BBA3-4D1E1B3D9E1A}" destId="{A3EEB437-30E9-4CC4-82DC-8611B03B0A10}" srcOrd="3" destOrd="0" presId="urn:microsoft.com/office/officeart/2018/5/layout/IconCircleLabelList"/>
    <dgm:cxn modelId="{167619CD-95B6-43E0-9235-E871154932AB}" type="presParOf" srcId="{53C601C7-CCEF-4AB5-BBA3-4D1E1B3D9E1A}" destId="{47EC7910-F807-430D-A04D-8FE199704087}" srcOrd="4" destOrd="0" presId="urn:microsoft.com/office/officeart/2018/5/layout/IconCircleLabelList"/>
    <dgm:cxn modelId="{170781C5-43F8-4F09-870A-63F74E48E8EA}" type="presParOf" srcId="{47EC7910-F807-430D-A04D-8FE199704087}" destId="{1F73127E-C478-4CAA-B57C-1A57A78C3CB0}" srcOrd="0" destOrd="0" presId="urn:microsoft.com/office/officeart/2018/5/layout/IconCircleLabelList"/>
    <dgm:cxn modelId="{501C6D33-14C6-4C6C-AB54-3170CE0EFF1F}" type="presParOf" srcId="{47EC7910-F807-430D-A04D-8FE199704087}" destId="{1FB4B8C7-139A-402B-B581-162CB2B6425F}" srcOrd="1" destOrd="0" presId="urn:microsoft.com/office/officeart/2018/5/layout/IconCircleLabelList"/>
    <dgm:cxn modelId="{ACDFA689-424C-4868-8637-2442B763133A}" type="presParOf" srcId="{47EC7910-F807-430D-A04D-8FE199704087}" destId="{2F773D04-1A0E-4059-A6E9-6F9CCB727541}" srcOrd="2" destOrd="0" presId="urn:microsoft.com/office/officeart/2018/5/layout/IconCircleLabelList"/>
    <dgm:cxn modelId="{52548908-8215-48D4-99F4-E2463699CF91}" type="presParOf" srcId="{47EC7910-F807-430D-A04D-8FE199704087}" destId="{1C8197EE-02FF-483F-90D6-3380CE61B763}" srcOrd="3" destOrd="0" presId="urn:microsoft.com/office/officeart/2018/5/layout/IconCircleLabelList"/>
    <dgm:cxn modelId="{DB450EA5-9619-4F4E-9298-8BDA6D990626}" type="presParOf" srcId="{53C601C7-CCEF-4AB5-BBA3-4D1E1B3D9E1A}" destId="{E9F64554-CBE6-4195-A963-4D9C54175D45}" srcOrd="5" destOrd="0" presId="urn:microsoft.com/office/officeart/2018/5/layout/IconCircleLabelList"/>
    <dgm:cxn modelId="{CE0C8520-A385-41D9-AF31-1DB98A9D3B03}" type="presParOf" srcId="{53C601C7-CCEF-4AB5-BBA3-4D1E1B3D9E1A}" destId="{6C441B52-7897-46EF-93B2-7A3CFEEA69A6}" srcOrd="6" destOrd="0" presId="urn:microsoft.com/office/officeart/2018/5/layout/IconCircleLabelList"/>
    <dgm:cxn modelId="{6D9F6E9A-BE89-4ADD-9FEF-CBD887C9B0E7}" type="presParOf" srcId="{6C441B52-7897-46EF-93B2-7A3CFEEA69A6}" destId="{560E6879-CF63-4AB9-A7DF-BA9410C659A4}" srcOrd="0" destOrd="0" presId="urn:microsoft.com/office/officeart/2018/5/layout/IconCircleLabelList"/>
    <dgm:cxn modelId="{367A4EB2-9F58-44E7-9188-D2FF21026C36}" type="presParOf" srcId="{6C441B52-7897-46EF-93B2-7A3CFEEA69A6}" destId="{3AEC0616-186A-4B03-A7B0-94569B880F69}" srcOrd="1" destOrd="0" presId="urn:microsoft.com/office/officeart/2018/5/layout/IconCircleLabelList"/>
    <dgm:cxn modelId="{091D55B2-56B6-490B-800A-7E7038F1958B}" type="presParOf" srcId="{6C441B52-7897-46EF-93B2-7A3CFEEA69A6}" destId="{5656FBD4-814E-4069-85F0-749A5AC39A6D}" srcOrd="2" destOrd="0" presId="urn:microsoft.com/office/officeart/2018/5/layout/IconCircleLabelList"/>
    <dgm:cxn modelId="{AF717329-0348-40AA-A310-D9897386267A}" type="presParOf" srcId="{6C441B52-7897-46EF-93B2-7A3CFEEA69A6}" destId="{DBA958D5-DA43-4077-A6A2-D59F8CC258AB}" srcOrd="3" destOrd="0" presId="urn:microsoft.com/office/officeart/2018/5/layout/IconCircleLabelList"/>
    <dgm:cxn modelId="{15538111-0C4D-4EAA-A031-D3F2CA8394CD}" type="presParOf" srcId="{53C601C7-CCEF-4AB5-BBA3-4D1E1B3D9E1A}" destId="{71601EE2-7D69-4D62-811D-C25349D6992F}" srcOrd="7" destOrd="0" presId="urn:microsoft.com/office/officeart/2018/5/layout/IconCircleLabelList"/>
    <dgm:cxn modelId="{E22D2819-4F59-4E55-822B-FADD1A7E3D01}" type="presParOf" srcId="{53C601C7-CCEF-4AB5-BBA3-4D1E1B3D9E1A}" destId="{1F1F91C4-C4B0-44E3-94EE-3BC853789C5D}" srcOrd="8" destOrd="0" presId="urn:microsoft.com/office/officeart/2018/5/layout/IconCircleLabelList"/>
    <dgm:cxn modelId="{C49C269B-2EEF-4864-B714-FA9A15A1B520}" type="presParOf" srcId="{1F1F91C4-C4B0-44E3-94EE-3BC853789C5D}" destId="{66267113-D7CA-42E5-B08A-0C9153112CF4}" srcOrd="0" destOrd="0" presId="urn:microsoft.com/office/officeart/2018/5/layout/IconCircleLabelList"/>
    <dgm:cxn modelId="{6251E98A-3C66-4D98-A204-16D005F094B3}" type="presParOf" srcId="{1F1F91C4-C4B0-44E3-94EE-3BC853789C5D}" destId="{3D8F10FD-1135-4B8A-8C4D-2CAA126686C7}" srcOrd="1" destOrd="0" presId="urn:microsoft.com/office/officeart/2018/5/layout/IconCircleLabelList"/>
    <dgm:cxn modelId="{9936DC76-B99F-42A2-A11B-F8D4EBB5DC4C}" type="presParOf" srcId="{1F1F91C4-C4B0-44E3-94EE-3BC853789C5D}" destId="{DDA190B7-9E53-476D-A0E4-0113F4598189}" srcOrd="2" destOrd="0" presId="urn:microsoft.com/office/officeart/2018/5/layout/IconCircleLabelList"/>
    <dgm:cxn modelId="{F3027BDE-DB69-454D-95B0-BF33ECF6D966}" type="presParOf" srcId="{1F1F91C4-C4B0-44E3-94EE-3BC853789C5D}" destId="{C1DEEAF8-5832-477D-97FC-DEE89C359FE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C78DD1-34CF-4690-8078-DA922458B2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AD8410A-5DF2-49C4-ACF8-476648C4B8DC}">
      <dgm:prSet/>
      <dgm:spPr/>
      <dgm:t>
        <a:bodyPr/>
        <a:lstStyle/>
        <a:p>
          <a:r>
            <a:rPr lang="en-IN" dirty="0">
              <a:solidFill>
                <a:schemeClr val="tx2"/>
              </a:solidFill>
            </a:rPr>
            <a:t>Blood Donation Request Module</a:t>
          </a:r>
          <a:endParaRPr lang="en-US" dirty="0"/>
        </a:p>
      </dgm:t>
    </dgm:pt>
    <dgm:pt modelId="{38D5E1CA-C278-40B9-B392-43345975019B}" type="parTrans" cxnId="{9F5F55C6-5978-4CA2-9E7E-A38F1F25E083}">
      <dgm:prSet/>
      <dgm:spPr/>
      <dgm:t>
        <a:bodyPr/>
        <a:lstStyle/>
        <a:p>
          <a:endParaRPr lang="en-US"/>
        </a:p>
      </dgm:t>
    </dgm:pt>
    <dgm:pt modelId="{6C916E7C-B1FA-4850-96A9-70D67A7E6C25}" type="sibTrans" cxnId="{9F5F55C6-5978-4CA2-9E7E-A38F1F25E083}">
      <dgm:prSet/>
      <dgm:spPr/>
      <dgm:t>
        <a:bodyPr/>
        <a:lstStyle/>
        <a:p>
          <a:endParaRPr lang="en-US"/>
        </a:p>
      </dgm:t>
    </dgm:pt>
    <dgm:pt modelId="{FBEAB49F-F18B-4149-9C99-3D4E38976FA7}">
      <dgm:prSet/>
      <dgm:spPr/>
      <dgm:t>
        <a:bodyPr/>
        <a:lstStyle/>
        <a:p>
          <a:r>
            <a:rPr lang="en-IN" dirty="0">
              <a:solidFill>
                <a:schemeClr val="tx2"/>
              </a:solidFill>
            </a:rPr>
            <a:t>Lost &amp; Found Module</a:t>
          </a:r>
          <a:endParaRPr lang="en-US" dirty="0"/>
        </a:p>
      </dgm:t>
    </dgm:pt>
    <dgm:pt modelId="{E9F2A419-E45D-4172-B303-60DA64167FAF}" type="parTrans" cxnId="{B859A0CB-AE63-4293-AFC0-35BD862CDB40}">
      <dgm:prSet/>
      <dgm:spPr/>
      <dgm:t>
        <a:bodyPr/>
        <a:lstStyle/>
        <a:p>
          <a:endParaRPr lang="en-US"/>
        </a:p>
      </dgm:t>
    </dgm:pt>
    <dgm:pt modelId="{64EB2768-D56C-43E2-A8FD-FB86F78F36C0}" type="sibTrans" cxnId="{B859A0CB-AE63-4293-AFC0-35BD862CDB40}">
      <dgm:prSet/>
      <dgm:spPr/>
      <dgm:t>
        <a:bodyPr/>
        <a:lstStyle/>
        <a:p>
          <a:endParaRPr lang="en-US"/>
        </a:p>
      </dgm:t>
    </dgm:pt>
    <dgm:pt modelId="{660C12B3-14A8-401E-94F3-5266B8E5C536}">
      <dgm:prSet/>
      <dgm:spPr/>
      <dgm:t>
        <a:bodyPr/>
        <a:lstStyle/>
        <a:p>
          <a:r>
            <a:rPr lang="en-IN" dirty="0">
              <a:solidFill>
                <a:schemeClr val="tx2"/>
              </a:solidFill>
            </a:rPr>
            <a:t>Volunteer Opportunities Module</a:t>
          </a:r>
          <a:endParaRPr lang="en-US" dirty="0"/>
        </a:p>
      </dgm:t>
    </dgm:pt>
    <dgm:pt modelId="{D9F7EEF4-F73B-481A-B930-2F068F8594EA}" type="parTrans" cxnId="{2952D278-3530-448B-9434-93F2D2896848}">
      <dgm:prSet/>
      <dgm:spPr/>
      <dgm:t>
        <a:bodyPr/>
        <a:lstStyle/>
        <a:p>
          <a:endParaRPr lang="en-US"/>
        </a:p>
      </dgm:t>
    </dgm:pt>
    <dgm:pt modelId="{D71E7495-4DF4-42D2-BC1E-1223BE219FD0}" type="sibTrans" cxnId="{2952D278-3530-448B-9434-93F2D2896848}">
      <dgm:prSet/>
      <dgm:spPr/>
      <dgm:t>
        <a:bodyPr/>
        <a:lstStyle/>
        <a:p>
          <a:endParaRPr lang="en-US"/>
        </a:p>
      </dgm:t>
    </dgm:pt>
    <dgm:pt modelId="{39CBF369-28A6-429E-A087-5815EBBC802B}">
      <dgm:prSet/>
      <dgm:spPr/>
      <dgm:t>
        <a:bodyPr/>
        <a:lstStyle/>
        <a:p>
          <a:r>
            <a:rPr lang="en-IN" dirty="0">
              <a:solidFill>
                <a:schemeClr val="tx2"/>
              </a:solidFill>
            </a:rPr>
            <a:t>User Registration &amp; Login</a:t>
          </a:r>
          <a:endParaRPr lang="en-US" dirty="0"/>
        </a:p>
      </dgm:t>
    </dgm:pt>
    <dgm:pt modelId="{7F9647AB-D423-41E0-915E-80E557A4CAA3}" type="parTrans" cxnId="{1B85C9E8-99D6-415C-B57B-2243F0988055}">
      <dgm:prSet/>
      <dgm:spPr/>
      <dgm:t>
        <a:bodyPr/>
        <a:lstStyle/>
        <a:p>
          <a:endParaRPr lang="en-US"/>
        </a:p>
      </dgm:t>
    </dgm:pt>
    <dgm:pt modelId="{BD9D9F94-9E92-47A5-B0C3-A87FFEBDD13D}" type="sibTrans" cxnId="{1B85C9E8-99D6-415C-B57B-2243F0988055}">
      <dgm:prSet/>
      <dgm:spPr/>
      <dgm:t>
        <a:bodyPr/>
        <a:lstStyle/>
        <a:p>
          <a:endParaRPr lang="en-US"/>
        </a:p>
      </dgm:t>
    </dgm:pt>
    <dgm:pt modelId="{AB57C061-D026-49A1-8596-D6E300604789}">
      <dgm:prSet/>
      <dgm:spPr/>
      <dgm:t>
        <a:bodyPr/>
        <a:lstStyle/>
        <a:p>
          <a:r>
            <a:rPr lang="en-IN" dirty="0">
              <a:solidFill>
                <a:schemeClr val="tx2"/>
              </a:solidFill>
            </a:rPr>
            <a:t>Admin Panel for Monitoring</a:t>
          </a:r>
          <a:endParaRPr lang="en-US" dirty="0"/>
        </a:p>
      </dgm:t>
    </dgm:pt>
    <dgm:pt modelId="{2C57197C-DB7A-4810-9B64-BF0884CE656A}" type="parTrans" cxnId="{71E40551-4C3C-4843-B885-E80FB39B7A71}">
      <dgm:prSet/>
      <dgm:spPr/>
      <dgm:t>
        <a:bodyPr/>
        <a:lstStyle/>
        <a:p>
          <a:endParaRPr lang="en-US"/>
        </a:p>
      </dgm:t>
    </dgm:pt>
    <dgm:pt modelId="{3360F95E-3917-4354-98A3-9D5FE508EE1C}" type="sibTrans" cxnId="{71E40551-4C3C-4843-B885-E80FB39B7A71}">
      <dgm:prSet/>
      <dgm:spPr/>
      <dgm:t>
        <a:bodyPr/>
        <a:lstStyle/>
        <a:p>
          <a:endParaRPr lang="en-US"/>
        </a:p>
      </dgm:t>
    </dgm:pt>
    <dgm:pt modelId="{036B8F79-EDE9-4672-886A-3A83C2AD07B1}" type="pres">
      <dgm:prSet presAssocID="{8FC78DD1-34CF-4690-8078-DA922458B264}" presName="root" presStyleCnt="0">
        <dgm:presLayoutVars>
          <dgm:dir/>
          <dgm:resizeHandles val="exact"/>
        </dgm:presLayoutVars>
      </dgm:prSet>
      <dgm:spPr/>
    </dgm:pt>
    <dgm:pt modelId="{3B3A06F1-38BA-4E13-84E5-6C1E7D27E14F}" type="pres">
      <dgm:prSet presAssocID="{2AD8410A-5DF2-49C4-ACF8-476648C4B8DC}" presName="compNode" presStyleCnt="0"/>
      <dgm:spPr/>
    </dgm:pt>
    <dgm:pt modelId="{AF4741AD-4C4A-49FB-A48A-7486B9C288FB}" type="pres">
      <dgm:prSet presAssocID="{2AD8410A-5DF2-49C4-ACF8-476648C4B8DC}" presName="bgRect" presStyleLbl="bgShp" presStyleIdx="0" presStyleCnt="5"/>
      <dgm:spPr/>
    </dgm:pt>
    <dgm:pt modelId="{82D59877-4E67-408A-8FE9-CDF93BAF93C7}" type="pres">
      <dgm:prSet presAssocID="{2AD8410A-5DF2-49C4-ACF8-476648C4B8D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4BD20114-7C04-478D-A08A-89C062981C18}" type="pres">
      <dgm:prSet presAssocID="{2AD8410A-5DF2-49C4-ACF8-476648C4B8DC}" presName="spaceRect" presStyleCnt="0"/>
      <dgm:spPr/>
    </dgm:pt>
    <dgm:pt modelId="{777FCB17-B3C4-466F-8C46-23AD82EF6DE7}" type="pres">
      <dgm:prSet presAssocID="{2AD8410A-5DF2-49C4-ACF8-476648C4B8DC}" presName="parTx" presStyleLbl="revTx" presStyleIdx="0" presStyleCnt="5">
        <dgm:presLayoutVars>
          <dgm:chMax val="0"/>
          <dgm:chPref val="0"/>
        </dgm:presLayoutVars>
      </dgm:prSet>
      <dgm:spPr/>
    </dgm:pt>
    <dgm:pt modelId="{4160AA7B-8719-4BAF-AE58-DFBD11948ABF}" type="pres">
      <dgm:prSet presAssocID="{6C916E7C-B1FA-4850-96A9-70D67A7E6C25}" presName="sibTrans" presStyleCnt="0"/>
      <dgm:spPr/>
    </dgm:pt>
    <dgm:pt modelId="{9F50FC06-C78F-4E53-BCD8-5B6F806F7369}" type="pres">
      <dgm:prSet presAssocID="{FBEAB49F-F18B-4149-9C99-3D4E38976FA7}" presName="compNode" presStyleCnt="0"/>
      <dgm:spPr/>
    </dgm:pt>
    <dgm:pt modelId="{D0EC3CD1-FD68-4ECA-996B-507489268181}" type="pres">
      <dgm:prSet presAssocID="{FBEAB49F-F18B-4149-9C99-3D4E38976FA7}" presName="bgRect" presStyleLbl="bgShp" presStyleIdx="1" presStyleCnt="5"/>
      <dgm:spPr/>
    </dgm:pt>
    <dgm:pt modelId="{299231A9-EDE7-4478-A38E-6ED239D9E68E}" type="pres">
      <dgm:prSet presAssocID="{FBEAB49F-F18B-4149-9C99-3D4E38976FA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191C5E56-48A9-478E-A6CF-AB3137306108}" type="pres">
      <dgm:prSet presAssocID="{FBEAB49F-F18B-4149-9C99-3D4E38976FA7}" presName="spaceRect" presStyleCnt="0"/>
      <dgm:spPr/>
    </dgm:pt>
    <dgm:pt modelId="{A63B0B24-310C-4064-88DB-172EF668FAEE}" type="pres">
      <dgm:prSet presAssocID="{FBEAB49F-F18B-4149-9C99-3D4E38976FA7}" presName="parTx" presStyleLbl="revTx" presStyleIdx="1" presStyleCnt="5">
        <dgm:presLayoutVars>
          <dgm:chMax val="0"/>
          <dgm:chPref val="0"/>
        </dgm:presLayoutVars>
      </dgm:prSet>
      <dgm:spPr/>
    </dgm:pt>
    <dgm:pt modelId="{900DBB58-D831-4AD0-8244-C83676CFC6BD}" type="pres">
      <dgm:prSet presAssocID="{64EB2768-D56C-43E2-A8FD-FB86F78F36C0}" presName="sibTrans" presStyleCnt="0"/>
      <dgm:spPr/>
    </dgm:pt>
    <dgm:pt modelId="{D41D0681-302E-48FD-A7EC-1F6573269D43}" type="pres">
      <dgm:prSet presAssocID="{660C12B3-14A8-401E-94F3-5266B8E5C536}" presName="compNode" presStyleCnt="0"/>
      <dgm:spPr/>
    </dgm:pt>
    <dgm:pt modelId="{DA3E09BC-424C-4DC6-A65C-913CBE016D70}" type="pres">
      <dgm:prSet presAssocID="{660C12B3-14A8-401E-94F3-5266B8E5C536}" presName="bgRect" presStyleLbl="bgShp" presStyleIdx="2" presStyleCnt="5"/>
      <dgm:spPr/>
    </dgm:pt>
    <dgm:pt modelId="{39AA399F-273D-4E6F-B688-4483F00A6A8D}" type="pres">
      <dgm:prSet presAssocID="{660C12B3-14A8-401E-94F3-5266B8E5C53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27B8688D-4462-49E3-A5C5-B1100A3B20CE}" type="pres">
      <dgm:prSet presAssocID="{660C12B3-14A8-401E-94F3-5266B8E5C536}" presName="spaceRect" presStyleCnt="0"/>
      <dgm:spPr/>
    </dgm:pt>
    <dgm:pt modelId="{178A125C-9FCA-4E95-AD56-AAA06BE62FBE}" type="pres">
      <dgm:prSet presAssocID="{660C12B3-14A8-401E-94F3-5266B8E5C536}" presName="parTx" presStyleLbl="revTx" presStyleIdx="2" presStyleCnt="5">
        <dgm:presLayoutVars>
          <dgm:chMax val="0"/>
          <dgm:chPref val="0"/>
        </dgm:presLayoutVars>
      </dgm:prSet>
      <dgm:spPr/>
    </dgm:pt>
    <dgm:pt modelId="{E570BF7A-853E-4225-8977-F339B7CE1D4B}" type="pres">
      <dgm:prSet presAssocID="{D71E7495-4DF4-42D2-BC1E-1223BE219FD0}" presName="sibTrans" presStyleCnt="0"/>
      <dgm:spPr/>
    </dgm:pt>
    <dgm:pt modelId="{2C77A559-0D4F-41B7-A8B7-F28E6E55CCE7}" type="pres">
      <dgm:prSet presAssocID="{39CBF369-28A6-429E-A087-5815EBBC802B}" presName="compNode" presStyleCnt="0"/>
      <dgm:spPr/>
    </dgm:pt>
    <dgm:pt modelId="{179B37DC-EB38-4B8C-9E0F-66A2B64C1C77}" type="pres">
      <dgm:prSet presAssocID="{39CBF369-28A6-429E-A087-5815EBBC802B}" presName="bgRect" presStyleLbl="bgShp" presStyleIdx="3" presStyleCnt="5"/>
      <dgm:spPr/>
    </dgm:pt>
    <dgm:pt modelId="{E5DFAEEC-243B-4020-BCBC-F57D3B8BAE09}" type="pres">
      <dgm:prSet presAssocID="{39CBF369-28A6-429E-A087-5815EBBC802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64D2A167-F3C2-4471-9998-E99187135AE9}" type="pres">
      <dgm:prSet presAssocID="{39CBF369-28A6-429E-A087-5815EBBC802B}" presName="spaceRect" presStyleCnt="0"/>
      <dgm:spPr/>
    </dgm:pt>
    <dgm:pt modelId="{B2A114B1-A93C-4F3F-97B0-96004E3D7789}" type="pres">
      <dgm:prSet presAssocID="{39CBF369-28A6-429E-A087-5815EBBC802B}" presName="parTx" presStyleLbl="revTx" presStyleIdx="3" presStyleCnt="5">
        <dgm:presLayoutVars>
          <dgm:chMax val="0"/>
          <dgm:chPref val="0"/>
        </dgm:presLayoutVars>
      </dgm:prSet>
      <dgm:spPr/>
    </dgm:pt>
    <dgm:pt modelId="{5C522584-484A-4B4E-BE5E-98785DA7E0D1}" type="pres">
      <dgm:prSet presAssocID="{BD9D9F94-9E92-47A5-B0C3-A87FFEBDD13D}" presName="sibTrans" presStyleCnt="0"/>
      <dgm:spPr/>
    </dgm:pt>
    <dgm:pt modelId="{361CCF72-8510-41E1-A755-F17CB45810C6}" type="pres">
      <dgm:prSet presAssocID="{AB57C061-D026-49A1-8596-D6E300604789}" presName="compNode" presStyleCnt="0"/>
      <dgm:spPr/>
    </dgm:pt>
    <dgm:pt modelId="{B0838829-D202-4B07-AFCE-CE86CF549170}" type="pres">
      <dgm:prSet presAssocID="{AB57C061-D026-49A1-8596-D6E300604789}" presName="bgRect" presStyleLbl="bgShp" presStyleIdx="4" presStyleCnt="5"/>
      <dgm:spPr/>
    </dgm:pt>
    <dgm:pt modelId="{09B79EEE-D628-456C-BEDB-09A30344489F}" type="pres">
      <dgm:prSet presAssocID="{AB57C061-D026-49A1-8596-D6E30060478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3716E25-D9AB-4E54-ADEC-8B46FCA38F3A}" type="pres">
      <dgm:prSet presAssocID="{AB57C061-D026-49A1-8596-D6E300604789}" presName="spaceRect" presStyleCnt="0"/>
      <dgm:spPr/>
    </dgm:pt>
    <dgm:pt modelId="{F520D410-411B-4A4C-B558-6F0F8D7E5EC0}" type="pres">
      <dgm:prSet presAssocID="{AB57C061-D026-49A1-8596-D6E30060478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F5BCF07-A370-432E-8968-E3080EDE9F21}" type="presOf" srcId="{660C12B3-14A8-401E-94F3-5266B8E5C536}" destId="{178A125C-9FCA-4E95-AD56-AAA06BE62FBE}" srcOrd="0" destOrd="0" presId="urn:microsoft.com/office/officeart/2018/2/layout/IconVerticalSolidList"/>
    <dgm:cxn modelId="{864BC71B-496D-4E4A-8AE1-66869569435C}" type="presOf" srcId="{AB57C061-D026-49A1-8596-D6E300604789}" destId="{F520D410-411B-4A4C-B558-6F0F8D7E5EC0}" srcOrd="0" destOrd="0" presId="urn:microsoft.com/office/officeart/2018/2/layout/IconVerticalSolidList"/>
    <dgm:cxn modelId="{773A1E27-BEE6-4191-B830-5FD90F383ABB}" type="presOf" srcId="{2AD8410A-5DF2-49C4-ACF8-476648C4B8DC}" destId="{777FCB17-B3C4-466F-8C46-23AD82EF6DE7}" srcOrd="0" destOrd="0" presId="urn:microsoft.com/office/officeart/2018/2/layout/IconVerticalSolidList"/>
    <dgm:cxn modelId="{0968165C-1CB7-43F0-989D-E547586C6D96}" type="presOf" srcId="{8FC78DD1-34CF-4690-8078-DA922458B264}" destId="{036B8F79-EDE9-4672-886A-3A83C2AD07B1}" srcOrd="0" destOrd="0" presId="urn:microsoft.com/office/officeart/2018/2/layout/IconVerticalSolidList"/>
    <dgm:cxn modelId="{28EE0B50-5CA2-43BB-97E8-F449A37AE302}" type="presOf" srcId="{39CBF369-28A6-429E-A087-5815EBBC802B}" destId="{B2A114B1-A93C-4F3F-97B0-96004E3D7789}" srcOrd="0" destOrd="0" presId="urn:microsoft.com/office/officeart/2018/2/layout/IconVerticalSolidList"/>
    <dgm:cxn modelId="{71E40551-4C3C-4843-B885-E80FB39B7A71}" srcId="{8FC78DD1-34CF-4690-8078-DA922458B264}" destId="{AB57C061-D026-49A1-8596-D6E300604789}" srcOrd="4" destOrd="0" parTransId="{2C57197C-DB7A-4810-9B64-BF0884CE656A}" sibTransId="{3360F95E-3917-4354-98A3-9D5FE508EE1C}"/>
    <dgm:cxn modelId="{2952D278-3530-448B-9434-93F2D2896848}" srcId="{8FC78DD1-34CF-4690-8078-DA922458B264}" destId="{660C12B3-14A8-401E-94F3-5266B8E5C536}" srcOrd="2" destOrd="0" parTransId="{D9F7EEF4-F73B-481A-B930-2F068F8594EA}" sibTransId="{D71E7495-4DF4-42D2-BC1E-1223BE219FD0}"/>
    <dgm:cxn modelId="{9F5F55C6-5978-4CA2-9E7E-A38F1F25E083}" srcId="{8FC78DD1-34CF-4690-8078-DA922458B264}" destId="{2AD8410A-5DF2-49C4-ACF8-476648C4B8DC}" srcOrd="0" destOrd="0" parTransId="{38D5E1CA-C278-40B9-B392-43345975019B}" sibTransId="{6C916E7C-B1FA-4850-96A9-70D67A7E6C25}"/>
    <dgm:cxn modelId="{B859A0CB-AE63-4293-AFC0-35BD862CDB40}" srcId="{8FC78DD1-34CF-4690-8078-DA922458B264}" destId="{FBEAB49F-F18B-4149-9C99-3D4E38976FA7}" srcOrd="1" destOrd="0" parTransId="{E9F2A419-E45D-4172-B303-60DA64167FAF}" sibTransId="{64EB2768-D56C-43E2-A8FD-FB86F78F36C0}"/>
    <dgm:cxn modelId="{1B85C9E8-99D6-415C-B57B-2243F0988055}" srcId="{8FC78DD1-34CF-4690-8078-DA922458B264}" destId="{39CBF369-28A6-429E-A087-5815EBBC802B}" srcOrd="3" destOrd="0" parTransId="{7F9647AB-D423-41E0-915E-80E557A4CAA3}" sibTransId="{BD9D9F94-9E92-47A5-B0C3-A87FFEBDD13D}"/>
    <dgm:cxn modelId="{CDB1FCFC-F144-4F2D-A566-033B262A28E7}" type="presOf" srcId="{FBEAB49F-F18B-4149-9C99-3D4E38976FA7}" destId="{A63B0B24-310C-4064-88DB-172EF668FAEE}" srcOrd="0" destOrd="0" presId="urn:microsoft.com/office/officeart/2018/2/layout/IconVerticalSolidList"/>
    <dgm:cxn modelId="{119710E2-0948-4AE0-895C-AE09898CB92F}" type="presParOf" srcId="{036B8F79-EDE9-4672-886A-3A83C2AD07B1}" destId="{3B3A06F1-38BA-4E13-84E5-6C1E7D27E14F}" srcOrd="0" destOrd="0" presId="urn:microsoft.com/office/officeart/2018/2/layout/IconVerticalSolidList"/>
    <dgm:cxn modelId="{FFADC73E-53D7-4DD1-9CD5-5EFEC68A985D}" type="presParOf" srcId="{3B3A06F1-38BA-4E13-84E5-6C1E7D27E14F}" destId="{AF4741AD-4C4A-49FB-A48A-7486B9C288FB}" srcOrd="0" destOrd="0" presId="urn:microsoft.com/office/officeart/2018/2/layout/IconVerticalSolidList"/>
    <dgm:cxn modelId="{EA92A36A-264F-4D63-AB34-5E63A9549C02}" type="presParOf" srcId="{3B3A06F1-38BA-4E13-84E5-6C1E7D27E14F}" destId="{82D59877-4E67-408A-8FE9-CDF93BAF93C7}" srcOrd="1" destOrd="0" presId="urn:microsoft.com/office/officeart/2018/2/layout/IconVerticalSolidList"/>
    <dgm:cxn modelId="{A0D870E7-0E02-49F0-AF14-327D065AFB15}" type="presParOf" srcId="{3B3A06F1-38BA-4E13-84E5-6C1E7D27E14F}" destId="{4BD20114-7C04-478D-A08A-89C062981C18}" srcOrd="2" destOrd="0" presId="urn:microsoft.com/office/officeart/2018/2/layout/IconVerticalSolidList"/>
    <dgm:cxn modelId="{300CF195-FB32-49EA-8D3C-D870A95836F1}" type="presParOf" srcId="{3B3A06F1-38BA-4E13-84E5-6C1E7D27E14F}" destId="{777FCB17-B3C4-466F-8C46-23AD82EF6DE7}" srcOrd="3" destOrd="0" presId="urn:microsoft.com/office/officeart/2018/2/layout/IconVerticalSolidList"/>
    <dgm:cxn modelId="{CADBA2DB-5561-4F2A-BAC3-31E746CC10F6}" type="presParOf" srcId="{036B8F79-EDE9-4672-886A-3A83C2AD07B1}" destId="{4160AA7B-8719-4BAF-AE58-DFBD11948ABF}" srcOrd="1" destOrd="0" presId="urn:microsoft.com/office/officeart/2018/2/layout/IconVerticalSolidList"/>
    <dgm:cxn modelId="{6112DB65-0C9C-46FF-9A16-DA4462B26E0D}" type="presParOf" srcId="{036B8F79-EDE9-4672-886A-3A83C2AD07B1}" destId="{9F50FC06-C78F-4E53-BCD8-5B6F806F7369}" srcOrd="2" destOrd="0" presId="urn:microsoft.com/office/officeart/2018/2/layout/IconVerticalSolidList"/>
    <dgm:cxn modelId="{BAFFDD30-8ACA-4472-85F6-66310930A96D}" type="presParOf" srcId="{9F50FC06-C78F-4E53-BCD8-5B6F806F7369}" destId="{D0EC3CD1-FD68-4ECA-996B-507489268181}" srcOrd="0" destOrd="0" presId="urn:microsoft.com/office/officeart/2018/2/layout/IconVerticalSolidList"/>
    <dgm:cxn modelId="{59030295-2392-48AB-AF35-960D8339A9C9}" type="presParOf" srcId="{9F50FC06-C78F-4E53-BCD8-5B6F806F7369}" destId="{299231A9-EDE7-4478-A38E-6ED239D9E68E}" srcOrd="1" destOrd="0" presId="urn:microsoft.com/office/officeart/2018/2/layout/IconVerticalSolidList"/>
    <dgm:cxn modelId="{2DAD03FC-0C4C-4E90-9CD9-D1860E15384F}" type="presParOf" srcId="{9F50FC06-C78F-4E53-BCD8-5B6F806F7369}" destId="{191C5E56-48A9-478E-A6CF-AB3137306108}" srcOrd="2" destOrd="0" presId="urn:microsoft.com/office/officeart/2018/2/layout/IconVerticalSolidList"/>
    <dgm:cxn modelId="{61A5B337-CEF4-44E1-AB63-276CD066C7BF}" type="presParOf" srcId="{9F50FC06-C78F-4E53-BCD8-5B6F806F7369}" destId="{A63B0B24-310C-4064-88DB-172EF668FAEE}" srcOrd="3" destOrd="0" presId="urn:microsoft.com/office/officeart/2018/2/layout/IconVerticalSolidList"/>
    <dgm:cxn modelId="{FE9CA4D1-1663-4432-8854-0BE63943DE8A}" type="presParOf" srcId="{036B8F79-EDE9-4672-886A-3A83C2AD07B1}" destId="{900DBB58-D831-4AD0-8244-C83676CFC6BD}" srcOrd="3" destOrd="0" presId="urn:microsoft.com/office/officeart/2018/2/layout/IconVerticalSolidList"/>
    <dgm:cxn modelId="{05CBB119-226B-4F47-9AF7-1E6D28D40B67}" type="presParOf" srcId="{036B8F79-EDE9-4672-886A-3A83C2AD07B1}" destId="{D41D0681-302E-48FD-A7EC-1F6573269D43}" srcOrd="4" destOrd="0" presId="urn:microsoft.com/office/officeart/2018/2/layout/IconVerticalSolidList"/>
    <dgm:cxn modelId="{2A5ACA97-B0BF-48D4-9650-95FEEEC77003}" type="presParOf" srcId="{D41D0681-302E-48FD-A7EC-1F6573269D43}" destId="{DA3E09BC-424C-4DC6-A65C-913CBE016D70}" srcOrd="0" destOrd="0" presId="urn:microsoft.com/office/officeart/2018/2/layout/IconVerticalSolidList"/>
    <dgm:cxn modelId="{0C1ADA26-5A47-4C01-ABAC-7F59B34D147B}" type="presParOf" srcId="{D41D0681-302E-48FD-A7EC-1F6573269D43}" destId="{39AA399F-273D-4E6F-B688-4483F00A6A8D}" srcOrd="1" destOrd="0" presId="urn:microsoft.com/office/officeart/2018/2/layout/IconVerticalSolidList"/>
    <dgm:cxn modelId="{695F1E83-5D3A-4621-AD05-E9E606FD29A8}" type="presParOf" srcId="{D41D0681-302E-48FD-A7EC-1F6573269D43}" destId="{27B8688D-4462-49E3-A5C5-B1100A3B20CE}" srcOrd="2" destOrd="0" presId="urn:microsoft.com/office/officeart/2018/2/layout/IconVerticalSolidList"/>
    <dgm:cxn modelId="{746B3BA6-F9DE-4939-AF80-E8A4DBAF8358}" type="presParOf" srcId="{D41D0681-302E-48FD-A7EC-1F6573269D43}" destId="{178A125C-9FCA-4E95-AD56-AAA06BE62FBE}" srcOrd="3" destOrd="0" presId="urn:microsoft.com/office/officeart/2018/2/layout/IconVerticalSolidList"/>
    <dgm:cxn modelId="{C360C7C4-4BD2-4B7A-8587-AEB9097320BA}" type="presParOf" srcId="{036B8F79-EDE9-4672-886A-3A83C2AD07B1}" destId="{E570BF7A-853E-4225-8977-F339B7CE1D4B}" srcOrd="5" destOrd="0" presId="urn:microsoft.com/office/officeart/2018/2/layout/IconVerticalSolidList"/>
    <dgm:cxn modelId="{0FB898B4-BA29-4148-99DD-1A5692BC4374}" type="presParOf" srcId="{036B8F79-EDE9-4672-886A-3A83C2AD07B1}" destId="{2C77A559-0D4F-41B7-A8B7-F28E6E55CCE7}" srcOrd="6" destOrd="0" presId="urn:microsoft.com/office/officeart/2018/2/layout/IconVerticalSolidList"/>
    <dgm:cxn modelId="{A573784B-133F-4048-89DB-E73861E06240}" type="presParOf" srcId="{2C77A559-0D4F-41B7-A8B7-F28E6E55CCE7}" destId="{179B37DC-EB38-4B8C-9E0F-66A2B64C1C77}" srcOrd="0" destOrd="0" presId="urn:microsoft.com/office/officeart/2018/2/layout/IconVerticalSolidList"/>
    <dgm:cxn modelId="{5367AE0D-727E-4663-BB82-CE33CD20704E}" type="presParOf" srcId="{2C77A559-0D4F-41B7-A8B7-F28E6E55CCE7}" destId="{E5DFAEEC-243B-4020-BCBC-F57D3B8BAE09}" srcOrd="1" destOrd="0" presId="urn:microsoft.com/office/officeart/2018/2/layout/IconVerticalSolidList"/>
    <dgm:cxn modelId="{59C7898D-51FF-4CCD-BB2E-DB3B6540FD9A}" type="presParOf" srcId="{2C77A559-0D4F-41B7-A8B7-F28E6E55CCE7}" destId="{64D2A167-F3C2-4471-9998-E99187135AE9}" srcOrd="2" destOrd="0" presId="urn:microsoft.com/office/officeart/2018/2/layout/IconVerticalSolidList"/>
    <dgm:cxn modelId="{B6BC351F-7A42-4E0B-8405-23677FBE1699}" type="presParOf" srcId="{2C77A559-0D4F-41B7-A8B7-F28E6E55CCE7}" destId="{B2A114B1-A93C-4F3F-97B0-96004E3D7789}" srcOrd="3" destOrd="0" presId="urn:microsoft.com/office/officeart/2018/2/layout/IconVerticalSolidList"/>
    <dgm:cxn modelId="{5CAF3EB9-1D84-4810-8BE6-418A2DED040D}" type="presParOf" srcId="{036B8F79-EDE9-4672-886A-3A83C2AD07B1}" destId="{5C522584-484A-4B4E-BE5E-98785DA7E0D1}" srcOrd="7" destOrd="0" presId="urn:microsoft.com/office/officeart/2018/2/layout/IconVerticalSolidList"/>
    <dgm:cxn modelId="{F104A274-C213-4B87-BE83-EA3140F29F13}" type="presParOf" srcId="{036B8F79-EDE9-4672-886A-3A83C2AD07B1}" destId="{361CCF72-8510-41E1-A755-F17CB45810C6}" srcOrd="8" destOrd="0" presId="urn:microsoft.com/office/officeart/2018/2/layout/IconVerticalSolidList"/>
    <dgm:cxn modelId="{A80C0D99-74D7-479F-B2F0-BA5B9EB7987A}" type="presParOf" srcId="{361CCF72-8510-41E1-A755-F17CB45810C6}" destId="{B0838829-D202-4B07-AFCE-CE86CF549170}" srcOrd="0" destOrd="0" presId="urn:microsoft.com/office/officeart/2018/2/layout/IconVerticalSolidList"/>
    <dgm:cxn modelId="{9C0DF321-32DD-4D36-8782-5DEE76393179}" type="presParOf" srcId="{361CCF72-8510-41E1-A755-F17CB45810C6}" destId="{09B79EEE-D628-456C-BEDB-09A30344489F}" srcOrd="1" destOrd="0" presId="urn:microsoft.com/office/officeart/2018/2/layout/IconVerticalSolidList"/>
    <dgm:cxn modelId="{0457244A-C40A-411A-A6B6-CB6B96B94EC4}" type="presParOf" srcId="{361CCF72-8510-41E1-A755-F17CB45810C6}" destId="{73716E25-D9AB-4E54-ADEC-8B46FCA38F3A}" srcOrd="2" destOrd="0" presId="urn:microsoft.com/office/officeart/2018/2/layout/IconVerticalSolidList"/>
    <dgm:cxn modelId="{C86641A9-11C5-45BE-B040-543E72F74DF0}" type="presParOf" srcId="{361CCF72-8510-41E1-A755-F17CB45810C6}" destId="{F520D410-411B-4A4C-B558-6F0F8D7E5E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CE53CF-4F0C-425D-BDBF-283A9E61FA1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A48DB95-73E2-40CB-8DCD-C60518C9795B}">
      <dgm:prSet/>
      <dgm:spPr/>
      <dgm:t>
        <a:bodyPr/>
        <a:lstStyle/>
        <a:p>
          <a:r>
            <a:rPr lang="en-IN" b="1"/>
            <a:t>Frontend:</a:t>
          </a:r>
          <a:endParaRPr lang="en-US"/>
        </a:p>
      </dgm:t>
    </dgm:pt>
    <dgm:pt modelId="{5C8C5F8E-E0EA-4A67-A0DD-8BAE515CF73A}" type="parTrans" cxnId="{A3158DAC-5C53-4AE0-B29C-091779602E31}">
      <dgm:prSet/>
      <dgm:spPr/>
      <dgm:t>
        <a:bodyPr/>
        <a:lstStyle/>
        <a:p>
          <a:endParaRPr lang="en-US"/>
        </a:p>
      </dgm:t>
    </dgm:pt>
    <dgm:pt modelId="{8E6906D4-A5EE-410C-8BE9-C75992A08A2C}" type="sibTrans" cxnId="{A3158DAC-5C53-4AE0-B29C-091779602E31}">
      <dgm:prSet/>
      <dgm:spPr/>
      <dgm:t>
        <a:bodyPr/>
        <a:lstStyle/>
        <a:p>
          <a:endParaRPr lang="en-US"/>
        </a:p>
      </dgm:t>
    </dgm:pt>
    <dgm:pt modelId="{B8E12F96-1E4D-47AD-8937-10DA91415335}">
      <dgm:prSet/>
      <dgm:spPr/>
      <dgm:t>
        <a:bodyPr/>
        <a:lstStyle/>
        <a:p>
          <a:r>
            <a:rPr lang="en-IN"/>
            <a:t>HTML, CSS, JavaScript, Bootstrap</a:t>
          </a:r>
          <a:endParaRPr lang="en-US"/>
        </a:p>
      </dgm:t>
    </dgm:pt>
    <dgm:pt modelId="{C6613E14-2B14-4F09-A037-6772ED204797}" type="parTrans" cxnId="{B7F11466-773C-41DD-8D97-D509665753ED}">
      <dgm:prSet/>
      <dgm:spPr/>
      <dgm:t>
        <a:bodyPr/>
        <a:lstStyle/>
        <a:p>
          <a:endParaRPr lang="en-US"/>
        </a:p>
      </dgm:t>
    </dgm:pt>
    <dgm:pt modelId="{AA17981E-169D-4D3E-8F15-011319060B24}" type="sibTrans" cxnId="{B7F11466-773C-41DD-8D97-D509665753ED}">
      <dgm:prSet/>
      <dgm:spPr/>
      <dgm:t>
        <a:bodyPr/>
        <a:lstStyle/>
        <a:p>
          <a:endParaRPr lang="en-US"/>
        </a:p>
      </dgm:t>
    </dgm:pt>
    <dgm:pt modelId="{D9BA1F81-D1D5-47BF-9A20-B46B9ED8775F}">
      <dgm:prSet/>
      <dgm:spPr/>
      <dgm:t>
        <a:bodyPr/>
        <a:lstStyle/>
        <a:p>
          <a:r>
            <a:rPr lang="en-IN" b="1"/>
            <a:t>Backend:</a:t>
          </a:r>
          <a:endParaRPr lang="en-US"/>
        </a:p>
      </dgm:t>
    </dgm:pt>
    <dgm:pt modelId="{D42B1274-4216-49A2-A201-66F2694E651E}" type="parTrans" cxnId="{6D6BF865-CA1E-455A-B113-444ED1A84009}">
      <dgm:prSet/>
      <dgm:spPr/>
      <dgm:t>
        <a:bodyPr/>
        <a:lstStyle/>
        <a:p>
          <a:endParaRPr lang="en-US"/>
        </a:p>
      </dgm:t>
    </dgm:pt>
    <dgm:pt modelId="{C003C81A-016F-4DDE-9839-DD91151F2971}" type="sibTrans" cxnId="{6D6BF865-CA1E-455A-B113-444ED1A84009}">
      <dgm:prSet/>
      <dgm:spPr/>
      <dgm:t>
        <a:bodyPr/>
        <a:lstStyle/>
        <a:p>
          <a:endParaRPr lang="en-US"/>
        </a:p>
      </dgm:t>
    </dgm:pt>
    <dgm:pt modelId="{44F10B8B-0D78-4A11-87C5-6DC3B6EAC06A}">
      <dgm:prSet/>
      <dgm:spPr/>
      <dgm:t>
        <a:bodyPr/>
        <a:lstStyle/>
        <a:p>
          <a:r>
            <a:rPr lang="en-IN"/>
            <a:t>PHP / Node.js</a:t>
          </a:r>
          <a:endParaRPr lang="en-US"/>
        </a:p>
      </dgm:t>
    </dgm:pt>
    <dgm:pt modelId="{B0602572-369E-46FC-977E-417EC78B42F2}" type="parTrans" cxnId="{3943E366-5693-435D-AB69-ED79769E5D55}">
      <dgm:prSet/>
      <dgm:spPr/>
      <dgm:t>
        <a:bodyPr/>
        <a:lstStyle/>
        <a:p>
          <a:endParaRPr lang="en-US"/>
        </a:p>
      </dgm:t>
    </dgm:pt>
    <dgm:pt modelId="{0093F721-4492-4775-96E3-3B7CC66DF80D}" type="sibTrans" cxnId="{3943E366-5693-435D-AB69-ED79769E5D55}">
      <dgm:prSet/>
      <dgm:spPr/>
      <dgm:t>
        <a:bodyPr/>
        <a:lstStyle/>
        <a:p>
          <a:endParaRPr lang="en-US"/>
        </a:p>
      </dgm:t>
    </dgm:pt>
    <dgm:pt modelId="{A4815B81-CCE1-41CC-99BD-F5F0A27F033B}">
      <dgm:prSet/>
      <dgm:spPr/>
      <dgm:t>
        <a:bodyPr/>
        <a:lstStyle/>
        <a:p>
          <a:r>
            <a:rPr lang="en-IN"/>
            <a:t>MySQL / Firebase Database</a:t>
          </a:r>
          <a:endParaRPr lang="en-US"/>
        </a:p>
      </dgm:t>
    </dgm:pt>
    <dgm:pt modelId="{CAA69BBF-840E-451B-8218-5667E541496A}" type="parTrans" cxnId="{47DCAEB4-AF7D-4EFA-AA9A-71E7FD9FC156}">
      <dgm:prSet/>
      <dgm:spPr/>
      <dgm:t>
        <a:bodyPr/>
        <a:lstStyle/>
        <a:p>
          <a:endParaRPr lang="en-US"/>
        </a:p>
      </dgm:t>
    </dgm:pt>
    <dgm:pt modelId="{DFAC801E-DE45-47C1-B8CF-28E7ECD35369}" type="sibTrans" cxnId="{47DCAEB4-AF7D-4EFA-AA9A-71E7FD9FC156}">
      <dgm:prSet/>
      <dgm:spPr/>
      <dgm:t>
        <a:bodyPr/>
        <a:lstStyle/>
        <a:p>
          <a:endParaRPr lang="en-US"/>
        </a:p>
      </dgm:t>
    </dgm:pt>
    <dgm:pt modelId="{3FD79512-DFE2-42A4-B0B2-25976818C905}">
      <dgm:prSet/>
      <dgm:spPr/>
      <dgm:t>
        <a:bodyPr/>
        <a:lstStyle/>
        <a:p>
          <a:r>
            <a:rPr lang="en-IN" b="1"/>
            <a:t>Tools:</a:t>
          </a:r>
          <a:endParaRPr lang="en-US"/>
        </a:p>
      </dgm:t>
    </dgm:pt>
    <dgm:pt modelId="{B47A4F78-593C-467A-BE6A-99E558E0E6F3}" type="parTrans" cxnId="{153BB9EA-B242-48D0-9484-F7D85B4B89A2}">
      <dgm:prSet/>
      <dgm:spPr/>
      <dgm:t>
        <a:bodyPr/>
        <a:lstStyle/>
        <a:p>
          <a:endParaRPr lang="en-US"/>
        </a:p>
      </dgm:t>
    </dgm:pt>
    <dgm:pt modelId="{80AB1839-997F-44E5-9FF4-8D2C2DB6B895}" type="sibTrans" cxnId="{153BB9EA-B242-48D0-9484-F7D85B4B89A2}">
      <dgm:prSet/>
      <dgm:spPr/>
      <dgm:t>
        <a:bodyPr/>
        <a:lstStyle/>
        <a:p>
          <a:endParaRPr lang="en-US"/>
        </a:p>
      </dgm:t>
    </dgm:pt>
    <dgm:pt modelId="{28A81F22-C55E-49F6-A700-33E76244C9D6}">
      <dgm:prSet/>
      <dgm:spPr/>
      <dgm:t>
        <a:bodyPr/>
        <a:lstStyle/>
        <a:p>
          <a:r>
            <a:rPr lang="en-IN"/>
            <a:t>VS Code</a:t>
          </a:r>
          <a:endParaRPr lang="en-US"/>
        </a:p>
      </dgm:t>
    </dgm:pt>
    <dgm:pt modelId="{D667C885-60D2-46EE-9EB1-39029D50834D}" type="parTrans" cxnId="{A0A8442C-FE6D-4D2F-ABAE-7A65D6015A44}">
      <dgm:prSet/>
      <dgm:spPr/>
      <dgm:t>
        <a:bodyPr/>
        <a:lstStyle/>
        <a:p>
          <a:endParaRPr lang="en-US"/>
        </a:p>
      </dgm:t>
    </dgm:pt>
    <dgm:pt modelId="{2A1D546C-9511-4A3A-89BD-C584F3737315}" type="sibTrans" cxnId="{A0A8442C-FE6D-4D2F-ABAE-7A65D6015A44}">
      <dgm:prSet/>
      <dgm:spPr/>
      <dgm:t>
        <a:bodyPr/>
        <a:lstStyle/>
        <a:p>
          <a:endParaRPr lang="en-US"/>
        </a:p>
      </dgm:t>
    </dgm:pt>
    <dgm:pt modelId="{C602B142-E5E7-4A49-A291-C0F2E342FB67}" type="pres">
      <dgm:prSet presAssocID="{66CE53CF-4F0C-425D-BDBF-283A9E61FA13}" presName="diagram" presStyleCnt="0">
        <dgm:presLayoutVars>
          <dgm:dir/>
          <dgm:resizeHandles val="exact"/>
        </dgm:presLayoutVars>
      </dgm:prSet>
      <dgm:spPr/>
    </dgm:pt>
    <dgm:pt modelId="{96139039-5646-4D00-AEE6-CB08DFDFB911}" type="pres">
      <dgm:prSet presAssocID="{EA48DB95-73E2-40CB-8DCD-C60518C9795B}" presName="node" presStyleLbl="node1" presStyleIdx="0" presStyleCnt="3">
        <dgm:presLayoutVars>
          <dgm:bulletEnabled val="1"/>
        </dgm:presLayoutVars>
      </dgm:prSet>
      <dgm:spPr/>
    </dgm:pt>
    <dgm:pt modelId="{BA620F30-58DF-4997-BF6E-4807BD76F552}" type="pres">
      <dgm:prSet presAssocID="{8E6906D4-A5EE-410C-8BE9-C75992A08A2C}" presName="sibTrans" presStyleCnt="0"/>
      <dgm:spPr/>
    </dgm:pt>
    <dgm:pt modelId="{CA44946D-58AF-4921-9021-D0B165428917}" type="pres">
      <dgm:prSet presAssocID="{D9BA1F81-D1D5-47BF-9A20-B46B9ED8775F}" presName="node" presStyleLbl="node1" presStyleIdx="1" presStyleCnt="3">
        <dgm:presLayoutVars>
          <dgm:bulletEnabled val="1"/>
        </dgm:presLayoutVars>
      </dgm:prSet>
      <dgm:spPr/>
    </dgm:pt>
    <dgm:pt modelId="{16CA2DEE-5372-4C3E-94C6-47EFF39FA097}" type="pres">
      <dgm:prSet presAssocID="{C003C81A-016F-4DDE-9839-DD91151F2971}" presName="sibTrans" presStyleCnt="0"/>
      <dgm:spPr/>
    </dgm:pt>
    <dgm:pt modelId="{2DB47890-16FC-4F39-94F8-A86EB80FE754}" type="pres">
      <dgm:prSet presAssocID="{3FD79512-DFE2-42A4-B0B2-25976818C905}" presName="node" presStyleLbl="node1" presStyleIdx="2" presStyleCnt="3">
        <dgm:presLayoutVars>
          <dgm:bulletEnabled val="1"/>
        </dgm:presLayoutVars>
      </dgm:prSet>
      <dgm:spPr/>
    </dgm:pt>
  </dgm:ptLst>
  <dgm:cxnLst>
    <dgm:cxn modelId="{A0A8442C-FE6D-4D2F-ABAE-7A65D6015A44}" srcId="{3FD79512-DFE2-42A4-B0B2-25976818C905}" destId="{28A81F22-C55E-49F6-A700-33E76244C9D6}" srcOrd="0" destOrd="0" parTransId="{D667C885-60D2-46EE-9EB1-39029D50834D}" sibTransId="{2A1D546C-9511-4A3A-89BD-C584F3737315}"/>
    <dgm:cxn modelId="{6D6BF865-CA1E-455A-B113-444ED1A84009}" srcId="{66CE53CF-4F0C-425D-BDBF-283A9E61FA13}" destId="{D9BA1F81-D1D5-47BF-9A20-B46B9ED8775F}" srcOrd="1" destOrd="0" parTransId="{D42B1274-4216-49A2-A201-66F2694E651E}" sibTransId="{C003C81A-016F-4DDE-9839-DD91151F2971}"/>
    <dgm:cxn modelId="{B7F11466-773C-41DD-8D97-D509665753ED}" srcId="{EA48DB95-73E2-40CB-8DCD-C60518C9795B}" destId="{B8E12F96-1E4D-47AD-8937-10DA91415335}" srcOrd="0" destOrd="0" parTransId="{C6613E14-2B14-4F09-A037-6772ED204797}" sibTransId="{AA17981E-169D-4D3E-8F15-011319060B24}"/>
    <dgm:cxn modelId="{3943E366-5693-435D-AB69-ED79769E5D55}" srcId="{D9BA1F81-D1D5-47BF-9A20-B46B9ED8775F}" destId="{44F10B8B-0D78-4A11-87C5-6DC3B6EAC06A}" srcOrd="0" destOrd="0" parTransId="{B0602572-369E-46FC-977E-417EC78B42F2}" sibTransId="{0093F721-4492-4775-96E3-3B7CC66DF80D}"/>
    <dgm:cxn modelId="{E6AACC6A-2DF4-4B82-9C2B-8BF9149C3A95}" type="presOf" srcId="{44F10B8B-0D78-4A11-87C5-6DC3B6EAC06A}" destId="{CA44946D-58AF-4921-9021-D0B165428917}" srcOrd="0" destOrd="1" presId="urn:microsoft.com/office/officeart/2005/8/layout/default"/>
    <dgm:cxn modelId="{2453834C-6C31-482C-AC8D-4F946902A54C}" type="presOf" srcId="{28A81F22-C55E-49F6-A700-33E76244C9D6}" destId="{2DB47890-16FC-4F39-94F8-A86EB80FE754}" srcOrd="0" destOrd="1" presId="urn:microsoft.com/office/officeart/2005/8/layout/default"/>
    <dgm:cxn modelId="{FCE6F350-642B-4385-8F00-C1B72E79ADBA}" type="presOf" srcId="{3FD79512-DFE2-42A4-B0B2-25976818C905}" destId="{2DB47890-16FC-4F39-94F8-A86EB80FE754}" srcOrd="0" destOrd="0" presId="urn:microsoft.com/office/officeart/2005/8/layout/default"/>
    <dgm:cxn modelId="{A67B22A0-5114-4E68-B2B5-74FE91C640B1}" type="presOf" srcId="{A4815B81-CCE1-41CC-99BD-F5F0A27F033B}" destId="{CA44946D-58AF-4921-9021-D0B165428917}" srcOrd="0" destOrd="2" presId="urn:microsoft.com/office/officeart/2005/8/layout/default"/>
    <dgm:cxn modelId="{A3158DAC-5C53-4AE0-B29C-091779602E31}" srcId="{66CE53CF-4F0C-425D-BDBF-283A9E61FA13}" destId="{EA48DB95-73E2-40CB-8DCD-C60518C9795B}" srcOrd="0" destOrd="0" parTransId="{5C8C5F8E-E0EA-4A67-A0DD-8BAE515CF73A}" sibTransId="{8E6906D4-A5EE-410C-8BE9-C75992A08A2C}"/>
    <dgm:cxn modelId="{47DCAEB4-AF7D-4EFA-AA9A-71E7FD9FC156}" srcId="{D9BA1F81-D1D5-47BF-9A20-B46B9ED8775F}" destId="{A4815B81-CCE1-41CC-99BD-F5F0A27F033B}" srcOrd="1" destOrd="0" parTransId="{CAA69BBF-840E-451B-8218-5667E541496A}" sibTransId="{DFAC801E-DE45-47C1-B8CF-28E7ECD35369}"/>
    <dgm:cxn modelId="{341F84D7-5031-4F29-91D2-9F47CEAD2A63}" type="presOf" srcId="{EA48DB95-73E2-40CB-8DCD-C60518C9795B}" destId="{96139039-5646-4D00-AEE6-CB08DFDFB911}" srcOrd="0" destOrd="0" presId="urn:microsoft.com/office/officeart/2005/8/layout/default"/>
    <dgm:cxn modelId="{555805E2-65C9-4FEE-819C-5AEB4E927136}" type="presOf" srcId="{66CE53CF-4F0C-425D-BDBF-283A9E61FA13}" destId="{C602B142-E5E7-4A49-A291-C0F2E342FB67}" srcOrd="0" destOrd="0" presId="urn:microsoft.com/office/officeart/2005/8/layout/default"/>
    <dgm:cxn modelId="{153BB9EA-B242-48D0-9484-F7D85B4B89A2}" srcId="{66CE53CF-4F0C-425D-BDBF-283A9E61FA13}" destId="{3FD79512-DFE2-42A4-B0B2-25976818C905}" srcOrd="2" destOrd="0" parTransId="{B47A4F78-593C-467A-BE6A-99E558E0E6F3}" sibTransId="{80AB1839-997F-44E5-9FF4-8D2C2DB6B895}"/>
    <dgm:cxn modelId="{D15854ED-B8D4-4CC9-B1A3-938C061F63F7}" type="presOf" srcId="{D9BA1F81-D1D5-47BF-9A20-B46B9ED8775F}" destId="{CA44946D-58AF-4921-9021-D0B165428917}" srcOrd="0" destOrd="0" presId="urn:microsoft.com/office/officeart/2005/8/layout/default"/>
    <dgm:cxn modelId="{F69759FB-DECD-48C5-B94A-DBB86F9E12A5}" type="presOf" srcId="{B8E12F96-1E4D-47AD-8937-10DA91415335}" destId="{96139039-5646-4D00-AEE6-CB08DFDFB911}" srcOrd="0" destOrd="1" presId="urn:microsoft.com/office/officeart/2005/8/layout/default"/>
    <dgm:cxn modelId="{F1824420-C43A-4D4A-95F4-6724D805CCC5}" type="presParOf" srcId="{C602B142-E5E7-4A49-A291-C0F2E342FB67}" destId="{96139039-5646-4D00-AEE6-CB08DFDFB911}" srcOrd="0" destOrd="0" presId="urn:microsoft.com/office/officeart/2005/8/layout/default"/>
    <dgm:cxn modelId="{3185BE81-5FE6-446B-B638-13C55A40258F}" type="presParOf" srcId="{C602B142-E5E7-4A49-A291-C0F2E342FB67}" destId="{BA620F30-58DF-4997-BF6E-4807BD76F552}" srcOrd="1" destOrd="0" presId="urn:microsoft.com/office/officeart/2005/8/layout/default"/>
    <dgm:cxn modelId="{B8A220A2-A48C-4CCA-AB6C-E7C6F84F1866}" type="presParOf" srcId="{C602B142-E5E7-4A49-A291-C0F2E342FB67}" destId="{CA44946D-58AF-4921-9021-D0B165428917}" srcOrd="2" destOrd="0" presId="urn:microsoft.com/office/officeart/2005/8/layout/default"/>
    <dgm:cxn modelId="{95111DB3-C952-45E7-AC07-2BA6782BEDCE}" type="presParOf" srcId="{C602B142-E5E7-4A49-A291-C0F2E342FB67}" destId="{16CA2DEE-5372-4C3E-94C6-47EFF39FA097}" srcOrd="3" destOrd="0" presId="urn:microsoft.com/office/officeart/2005/8/layout/default"/>
    <dgm:cxn modelId="{A3B4998F-FC16-4C9C-A79F-7BE8F0CC6ED4}" type="presParOf" srcId="{C602B142-E5E7-4A49-A291-C0F2E342FB67}" destId="{2DB47890-16FC-4F39-94F8-A86EB80FE75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F5F5B61-1BCE-4D65-8582-0F1213CC51B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87838E-BDA5-4B70-A22B-1AC6198F1925}">
      <dgm:prSet/>
      <dgm:spPr/>
      <dgm:t>
        <a:bodyPr/>
        <a:lstStyle/>
        <a:p>
          <a:r>
            <a:rPr lang="en-US"/>
            <a:t>Saves lives through faster blood donor matching</a:t>
          </a:r>
        </a:p>
      </dgm:t>
    </dgm:pt>
    <dgm:pt modelId="{7B5CAB74-B1EA-465C-BF92-05B40004A31C}" type="parTrans" cxnId="{7BB2E3A8-B254-49EB-BBEB-3E18333F873A}">
      <dgm:prSet/>
      <dgm:spPr/>
      <dgm:t>
        <a:bodyPr/>
        <a:lstStyle/>
        <a:p>
          <a:endParaRPr lang="en-US"/>
        </a:p>
      </dgm:t>
    </dgm:pt>
    <dgm:pt modelId="{65AD6D0F-06BB-497A-A9E9-3F84BD19180C}" type="sibTrans" cxnId="{7BB2E3A8-B254-49EB-BBEB-3E18333F873A}">
      <dgm:prSet/>
      <dgm:spPr/>
      <dgm:t>
        <a:bodyPr/>
        <a:lstStyle/>
        <a:p>
          <a:endParaRPr lang="en-US"/>
        </a:p>
      </dgm:t>
    </dgm:pt>
    <dgm:pt modelId="{1EF1AE60-B5FF-4A09-99CD-62F97B04EFA7}">
      <dgm:prSet/>
      <dgm:spPr/>
      <dgm:t>
        <a:bodyPr/>
        <a:lstStyle/>
        <a:p>
          <a:r>
            <a:rPr lang="en-US"/>
            <a:t>Helps recover lost items</a:t>
          </a:r>
        </a:p>
      </dgm:t>
    </dgm:pt>
    <dgm:pt modelId="{CC157B70-E7BB-4DAF-9F74-42F84BBD6B1C}" type="parTrans" cxnId="{7F628858-9FEE-4AC5-85EE-D001C087AA33}">
      <dgm:prSet/>
      <dgm:spPr/>
      <dgm:t>
        <a:bodyPr/>
        <a:lstStyle/>
        <a:p>
          <a:endParaRPr lang="en-US"/>
        </a:p>
      </dgm:t>
    </dgm:pt>
    <dgm:pt modelId="{7FE7A489-AB22-4CF8-ADFC-A49EC79DCDD0}" type="sibTrans" cxnId="{7F628858-9FEE-4AC5-85EE-D001C087AA33}">
      <dgm:prSet/>
      <dgm:spPr/>
      <dgm:t>
        <a:bodyPr/>
        <a:lstStyle/>
        <a:p>
          <a:endParaRPr lang="en-US"/>
        </a:p>
      </dgm:t>
    </dgm:pt>
    <dgm:pt modelId="{81BBFB7B-5615-42C3-9EF0-FBD39A6522E6}">
      <dgm:prSet/>
      <dgm:spPr/>
      <dgm:t>
        <a:bodyPr/>
        <a:lstStyle/>
        <a:p>
          <a:r>
            <a:rPr lang="en-US"/>
            <a:t>Encourages youth volunteering</a:t>
          </a:r>
        </a:p>
      </dgm:t>
    </dgm:pt>
    <dgm:pt modelId="{A37CAE1E-36F3-4DDE-B130-EC5DB4059FD5}" type="parTrans" cxnId="{F1815038-190C-4868-B4DC-5FB1B3F2AB67}">
      <dgm:prSet/>
      <dgm:spPr/>
      <dgm:t>
        <a:bodyPr/>
        <a:lstStyle/>
        <a:p>
          <a:endParaRPr lang="en-US"/>
        </a:p>
      </dgm:t>
    </dgm:pt>
    <dgm:pt modelId="{077AA1C2-F6AA-4698-9D3A-361EA0564DF7}" type="sibTrans" cxnId="{F1815038-190C-4868-B4DC-5FB1B3F2AB67}">
      <dgm:prSet/>
      <dgm:spPr/>
      <dgm:t>
        <a:bodyPr/>
        <a:lstStyle/>
        <a:p>
          <a:endParaRPr lang="en-US"/>
        </a:p>
      </dgm:t>
    </dgm:pt>
    <dgm:pt modelId="{713394C9-363F-4B0C-9A4A-6D327F4E7AB7}">
      <dgm:prSet/>
      <dgm:spPr/>
      <dgm:t>
        <a:bodyPr/>
        <a:lstStyle/>
        <a:p>
          <a:r>
            <a:rPr lang="en-US"/>
            <a:t>Builds strong and supportive communities</a:t>
          </a:r>
        </a:p>
      </dgm:t>
    </dgm:pt>
    <dgm:pt modelId="{093EED65-C129-4B50-842B-768703602A08}" type="parTrans" cxnId="{DF03A91D-768C-44AD-84E7-7ABE73062744}">
      <dgm:prSet/>
      <dgm:spPr/>
      <dgm:t>
        <a:bodyPr/>
        <a:lstStyle/>
        <a:p>
          <a:endParaRPr lang="en-US"/>
        </a:p>
      </dgm:t>
    </dgm:pt>
    <dgm:pt modelId="{C0D167E1-F000-466A-AE29-29ED0D68D228}" type="sibTrans" cxnId="{DF03A91D-768C-44AD-84E7-7ABE73062744}">
      <dgm:prSet/>
      <dgm:spPr/>
      <dgm:t>
        <a:bodyPr/>
        <a:lstStyle/>
        <a:p>
          <a:endParaRPr lang="en-US"/>
        </a:p>
      </dgm:t>
    </dgm:pt>
    <dgm:pt modelId="{ADD75B0F-5FAB-4690-BAA8-D4F9845DC52B}">
      <dgm:prSet/>
      <dgm:spPr/>
      <dgm:t>
        <a:bodyPr/>
        <a:lstStyle/>
        <a:p>
          <a:r>
            <a:rPr lang="en-US"/>
            <a:t>Supports Digital India &amp; SDG goals</a:t>
          </a:r>
        </a:p>
      </dgm:t>
    </dgm:pt>
    <dgm:pt modelId="{2641E5B0-AB71-4DAE-B0D9-FBC0A3122379}" type="parTrans" cxnId="{FBDB9432-A099-4A97-8DD8-CFDE4BD21F28}">
      <dgm:prSet/>
      <dgm:spPr/>
      <dgm:t>
        <a:bodyPr/>
        <a:lstStyle/>
        <a:p>
          <a:endParaRPr lang="en-US"/>
        </a:p>
      </dgm:t>
    </dgm:pt>
    <dgm:pt modelId="{FC1B92B7-2A65-45A8-A85B-EAF0EFD07A4C}" type="sibTrans" cxnId="{FBDB9432-A099-4A97-8DD8-CFDE4BD21F28}">
      <dgm:prSet/>
      <dgm:spPr/>
      <dgm:t>
        <a:bodyPr/>
        <a:lstStyle/>
        <a:p>
          <a:endParaRPr lang="en-US"/>
        </a:p>
      </dgm:t>
    </dgm:pt>
    <dgm:pt modelId="{D17962D9-F3A6-4FB1-BBA5-BD5D5289D5BD}" type="pres">
      <dgm:prSet presAssocID="{BF5F5B61-1BCE-4D65-8582-0F1213CC51BA}" presName="linear" presStyleCnt="0">
        <dgm:presLayoutVars>
          <dgm:animLvl val="lvl"/>
          <dgm:resizeHandles val="exact"/>
        </dgm:presLayoutVars>
      </dgm:prSet>
      <dgm:spPr/>
    </dgm:pt>
    <dgm:pt modelId="{80AA4EEC-E8C5-4C74-AF84-96F9A22E4065}" type="pres">
      <dgm:prSet presAssocID="{3D87838E-BDA5-4B70-A22B-1AC6198F192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7807C4B-90D9-49F1-83D4-DF0198B8D420}" type="pres">
      <dgm:prSet presAssocID="{65AD6D0F-06BB-497A-A9E9-3F84BD19180C}" presName="spacer" presStyleCnt="0"/>
      <dgm:spPr/>
    </dgm:pt>
    <dgm:pt modelId="{F7FF7963-510C-45B9-A58D-86C1C988DAC9}" type="pres">
      <dgm:prSet presAssocID="{1EF1AE60-B5FF-4A09-99CD-62F97B04EFA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3EBA949-D711-47BA-8A53-A52DFD033953}" type="pres">
      <dgm:prSet presAssocID="{7FE7A489-AB22-4CF8-ADFC-A49EC79DCDD0}" presName="spacer" presStyleCnt="0"/>
      <dgm:spPr/>
    </dgm:pt>
    <dgm:pt modelId="{4E0A933A-1894-49C8-9D44-BF304D3C298C}" type="pres">
      <dgm:prSet presAssocID="{81BBFB7B-5615-42C3-9EF0-FBD39A6522E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69241A1-4742-4F49-B4E9-0FF3DEAE4D4E}" type="pres">
      <dgm:prSet presAssocID="{077AA1C2-F6AA-4698-9D3A-361EA0564DF7}" presName="spacer" presStyleCnt="0"/>
      <dgm:spPr/>
    </dgm:pt>
    <dgm:pt modelId="{063A8F42-A6C1-4B17-9A1E-962CFBFCA261}" type="pres">
      <dgm:prSet presAssocID="{713394C9-363F-4B0C-9A4A-6D327F4E7AB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B184F4B-4E19-42BD-82B6-A02BEA65F91F}" type="pres">
      <dgm:prSet presAssocID="{C0D167E1-F000-466A-AE29-29ED0D68D228}" presName="spacer" presStyleCnt="0"/>
      <dgm:spPr/>
    </dgm:pt>
    <dgm:pt modelId="{5B502D26-6D77-490E-99C2-41EEE3A83A30}" type="pres">
      <dgm:prSet presAssocID="{ADD75B0F-5FAB-4690-BAA8-D4F9845DC52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F03A91D-768C-44AD-84E7-7ABE73062744}" srcId="{BF5F5B61-1BCE-4D65-8582-0F1213CC51BA}" destId="{713394C9-363F-4B0C-9A4A-6D327F4E7AB7}" srcOrd="3" destOrd="0" parTransId="{093EED65-C129-4B50-842B-768703602A08}" sibTransId="{C0D167E1-F000-466A-AE29-29ED0D68D228}"/>
    <dgm:cxn modelId="{FBDB9432-A099-4A97-8DD8-CFDE4BD21F28}" srcId="{BF5F5B61-1BCE-4D65-8582-0F1213CC51BA}" destId="{ADD75B0F-5FAB-4690-BAA8-D4F9845DC52B}" srcOrd="4" destOrd="0" parTransId="{2641E5B0-AB71-4DAE-B0D9-FBC0A3122379}" sibTransId="{FC1B92B7-2A65-45A8-A85B-EAF0EFD07A4C}"/>
    <dgm:cxn modelId="{52E86D33-04AC-4E5C-8AEF-1B3646D14672}" type="presOf" srcId="{BF5F5B61-1BCE-4D65-8582-0F1213CC51BA}" destId="{D17962D9-F3A6-4FB1-BBA5-BD5D5289D5BD}" srcOrd="0" destOrd="0" presId="urn:microsoft.com/office/officeart/2005/8/layout/vList2"/>
    <dgm:cxn modelId="{F1815038-190C-4868-B4DC-5FB1B3F2AB67}" srcId="{BF5F5B61-1BCE-4D65-8582-0F1213CC51BA}" destId="{81BBFB7B-5615-42C3-9EF0-FBD39A6522E6}" srcOrd="2" destOrd="0" parTransId="{A37CAE1E-36F3-4DDE-B130-EC5DB4059FD5}" sibTransId="{077AA1C2-F6AA-4698-9D3A-361EA0564DF7}"/>
    <dgm:cxn modelId="{FDB7C366-0302-477D-9925-757E585BAC54}" type="presOf" srcId="{1EF1AE60-B5FF-4A09-99CD-62F97B04EFA7}" destId="{F7FF7963-510C-45B9-A58D-86C1C988DAC9}" srcOrd="0" destOrd="0" presId="urn:microsoft.com/office/officeart/2005/8/layout/vList2"/>
    <dgm:cxn modelId="{DE7DA66E-F020-4966-8FA1-2967F41F3D93}" type="presOf" srcId="{3D87838E-BDA5-4B70-A22B-1AC6198F1925}" destId="{80AA4EEC-E8C5-4C74-AF84-96F9A22E4065}" srcOrd="0" destOrd="0" presId="urn:microsoft.com/office/officeart/2005/8/layout/vList2"/>
    <dgm:cxn modelId="{D3D70175-FF9E-4FB0-9BF2-676527EECF7D}" type="presOf" srcId="{ADD75B0F-5FAB-4690-BAA8-D4F9845DC52B}" destId="{5B502D26-6D77-490E-99C2-41EEE3A83A30}" srcOrd="0" destOrd="0" presId="urn:microsoft.com/office/officeart/2005/8/layout/vList2"/>
    <dgm:cxn modelId="{7F628858-9FEE-4AC5-85EE-D001C087AA33}" srcId="{BF5F5B61-1BCE-4D65-8582-0F1213CC51BA}" destId="{1EF1AE60-B5FF-4A09-99CD-62F97B04EFA7}" srcOrd="1" destOrd="0" parTransId="{CC157B70-E7BB-4DAF-9F74-42F84BBD6B1C}" sibTransId="{7FE7A489-AB22-4CF8-ADFC-A49EC79DCDD0}"/>
    <dgm:cxn modelId="{F9341E8D-AB7C-42D3-9BD9-93FD95A1EB85}" type="presOf" srcId="{713394C9-363F-4B0C-9A4A-6D327F4E7AB7}" destId="{063A8F42-A6C1-4B17-9A1E-962CFBFCA261}" srcOrd="0" destOrd="0" presId="urn:microsoft.com/office/officeart/2005/8/layout/vList2"/>
    <dgm:cxn modelId="{7BB2E3A8-B254-49EB-BBEB-3E18333F873A}" srcId="{BF5F5B61-1BCE-4D65-8582-0F1213CC51BA}" destId="{3D87838E-BDA5-4B70-A22B-1AC6198F1925}" srcOrd="0" destOrd="0" parTransId="{7B5CAB74-B1EA-465C-BF92-05B40004A31C}" sibTransId="{65AD6D0F-06BB-497A-A9E9-3F84BD19180C}"/>
    <dgm:cxn modelId="{175A45F8-0C37-4944-B3CD-1BC43C07BF7C}" type="presOf" srcId="{81BBFB7B-5615-42C3-9EF0-FBD39A6522E6}" destId="{4E0A933A-1894-49C8-9D44-BF304D3C298C}" srcOrd="0" destOrd="0" presId="urn:microsoft.com/office/officeart/2005/8/layout/vList2"/>
    <dgm:cxn modelId="{A685918D-1D99-47BD-AAB3-5F3870FF160D}" type="presParOf" srcId="{D17962D9-F3A6-4FB1-BBA5-BD5D5289D5BD}" destId="{80AA4EEC-E8C5-4C74-AF84-96F9A22E4065}" srcOrd="0" destOrd="0" presId="urn:microsoft.com/office/officeart/2005/8/layout/vList2"/>
    <dgm:cxn modelId="{C6017820-28EC-418C-B148-4D685FF4A92A}" type="presParOf" srcId="{D17962D9-F3A6-4FB1-BBA5-BD5D5289D5BD}" destId="{57807C4B-90D9-49F1-83D4-DF0198B8D420}" srcOrd="1" destOrd="0" presId="urn:microsoft.com/office/officeart/2005/8/layout/vList2"/>
    <dgm:cxn modelId="{FD2ABC92-DD9D-4C85-8AA4-5CDF1F329E6A}" type="presParOf" srcId="{D17962D9-F3A6-4FB1-BBA5-BD5D5289D5BD}" destId="{F7FF7963-510C-45B9-A58D-86C1C988DAC9}" srcOrd="2" destOrd="0" presId="urn:microsoft.com/office/officeart/2005/8/layout/vList2"/>
    <dgm:cxn modelId="{CC8C5F1A-E43E-44F2-8597-BBE5AA86F89A}" type="presParOf" srcId="{D17962D9-F3A6-4FB1-BBA5-BD5D5289D5BD}" destId="{E3EBA949-D711-47BA-8A53-A52DFD033953}" srcOrd="3" destOrd="0" presId="urn:microsoft.com/office/officeart/2005/8/layout/vList2"/>
    <dgm:cxn modelId="{EBD359B7-1DCC-4500-8818-6A598D8DC567}" type="presParOf" srcId="{D17962D9-F3A6-4FB1-BBA5-BD5D5289D5BD}" destId="{4E0A933A-1894-49C8-9D44-BF304D3C298C}" srcOrd="4" destOrd="0" presId="urn:microsoft.com/office/officeart/2005/8/layout/vList2"/>
    <dgm:cxn modelId="{8C81D6C6-2AD3-4BF6-B2F9-7792EDB7AFF5}" type="presParOf" srcId="{D17962D9-F3A6-4FB1-BBA5-BD5D5289D5BD}" destId="{D69241A1-4742-4F49-B4E9-0FF3DEAE4D4E}" srcOrd="5" destOrd="0" presId="urn:microsoft.com/office/officeart/2005/8/layout/vList2"/>
    <dgm:cxn modelId="{3848B094-6B7A-4305-988B-D8B05843A984}" type="presParOf" srcId="{D17962D9-F3A6-4FB1-BBA5-BD5D5289D5BD}" destId="{063A8F42-A6C1-4B17-9A1E-962CFBFCA261}" srcOrd="6" destOrd="0" presId="urn:microsoft.com/office/officeart/2005/8/layout/vList2"/>
    <dgm:cxn modelId="{E00171AE-5B48-4920-922E-5F6C82D94483}" type="presParOf" srcId="{D17962D9-F3A6-4FB1-BBA5-BD5D5289D5BD}" destId="{CB184F4B-4E19-42BD-82B6-A02BEA65F91F}" srcOrd="7" destOrd="0" presId="urn:microsoft.com/office/officeart/2005/8/layout/vList2"/>
    <dgm:cxn modelId="{5C03294A-B9F8-4FC1-A635-DAF04FFF9791}" type="presParOf" srcId="{D17962D9-F3A6-4FB1-BBA5-BD5D5289D5BD}" destId="{5B502D26-6D77-490E-99C2-41EEE3A83A3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9BCEB-CC6B-4E6C-91FD-447517F0673A}">
      <dsp:nvSpPr>
        <dsp:cNvPr id="0" name=""/>
        <dsp:cNvSpPr/>
      </dsp:nvSpPr>
      <dsp:spPr>
        <a:xfrm>
          <a:off x="0" y="0"/>
          <a:ext cx="8125224" cy="9534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Communities face emergencies like blood needs, lost items, and lack of volunteers</a:t>
          </a:r>
        </a:p>
      </dsp:txBody>
      <dsp:txXfrm>
        <a:off x="27924" y="27924"/>
        <a:ext cx="7015859" cy="897561"/>
      </dsp:txXfrm>
    </dsp:sp>
    <dsp:sp modelId="{2D6BD8D4-1F89-470F-AF60-165D77E6C1D6}">
      <dsp:nvSpPr>
        <dsp:cNvPr id="0" name=""/>
        <dsp:cNvSpPr/>
      </dsp:nvSpPr>
      <dsp:spPr>
        <a:xfrm>
          <a:off x="680487" y="1126756"/>
          <a:ext cx="8125224" cy="953409"/>
        </a:xfrm>
        <a:prstGeom prst="roundRect">
          <a:avLst>
            <a:gd name="adj" fmla="val 10000"/>
          </a:avLst>
        </a:prstGeom>
        <a:solidFill>
          <a:schemeClr val="accent2">
            <a:hueOff val="3195565"/>
            <a:satOff val="10438"/>
            <a:lumOff val="-88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Information is scattered and delayed</a:t>
          </a:r>
        </a:p>
      </dsp:txBody>
      <dsp:txXfrm>
        <a:off x="708411" y="1154680"/>
        <a:ext cx="6769173" cy="897561"/>
      </dsp:txXfrm>
    </dsp:sp>
    <dsp:sp modelId="{2585E823-1A5B-4AA1-86EF-6ADA2BA273F2}">
      <dsp:nvSpPr>
        <dsp:cNvPr id="0" name=""/>
        <dsp:cNvSpPr/>
      </dsp:nvSpPr>
      <dsp:spPr>
        <a:xfrm>
          <a:off x="1350818" y="2253513"/>
          <a:ext cx="8125224" cy="953409"/>
        </a:xfrm>
        <a:prstGeom prst="roundRect">
          <a:avLst>
            <a:gd name="adj" fmla="val 10000"/>
          </a:avLst>
        </a:prstGeom>
        <a:solidFill>
          <a:schemeClr val="accent2">
            <a:hueOff val="6391131"/>
            <a:satOff val="20875"/>
            <a:lumOff val="-177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Technology can connect people instantly</a:t>
          </a:r>
        </a:p>
      </dsp:txBody>
      <dsp:txXfrm>
        <a:off x="1378742" y="2281437"/>
        <a:ext cx="6779329" cy="897561"/>
      </dsp:txXfrm>
    </dsp:sp>
    <dsp:sp modelId="{5C3846F1-7E76-4DD5-8FE0-AE033B2E0448}">
      <dsp:nvSpPr>
        <dsp:cNvPr id="0" name=""/>
        <dsp:cNvSpPr/>
      </dsp:nvSpPr>
      <dsp:spPr>
        <a:xfrm>
          <a:off x="2031306" y="3380269"/>
          <a:ext cx="8125224" cy="953409"/>
        </a:xfrm>
        <a:prstGeom prst="roundRect">
          <a:avLst>
            <a:gd name="adj" fmla="val 10000"/>
          </a:avLst>
        </a:prstGeom>
        <a:solidFill>
          <a:schemeClr val="accent2">
            <a:hueOff val="9586696"/>
            <a:satOff val="31313"/>
            <a:lumOff val="-266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project proposes a digital platform for community assistance</a:t>
          </a:r>
        </a:p>
      </dsp:txBody>
      <dsp:txXfrm>
        <a:off x="2059230" y="3408193"/>
        <a:ext cx="6769173" cy="897561"/>
      </dsp:txXfrm>
    </dsp:sp>
    <dsp:sp modelId="{B34689CB-252F-40F3-95C7-B4C609C55BE0}">
      <dsp:nvSpPr>
        <dsp:cNvPr id="0" name=""/>
        <dsp:cNvSpPr/>
      </dsp:nvSpPr>
      <dsp:spPr>
        <a:xfrm>
          <a:off x="7505508" y="730224"/>
          <a:ext cx="619716" cy="6197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644944" y="730224"/>
        <a:ext cx="340844" cy="466336"/>
      </dsp:txXfrm>
    </dsp:sp>
    <dsp:sp modelId="{F0F1E8C4-1C9A-438F-8F93-CDC8ACA0161E}">
      <dsp:nvSpPr>
        <dsp:cNvPr id="0" name=""/>
        <dsp:cNvSpPr/>
      </dsp:nvSpPr>
      <dsp:spPr>
        <a:xfrm>
          <a:off x="8185996" y="1856981"/>
          <a:ext cx="619716" cy="6197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706635"/>
            <a:satOff val="654"/>
            <a:lumOff val="-231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706635"/>
              <a:satOff val="654"/>
              <a:lumOff val="-23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325432" y="1856981"/>
        <a:ext cx="340844" cy="466336"/>
      </dsp:txXfrm>
    </dsp:sp>
    <dsp:sp modelId="{E1836587-1F62-4155-8366-91C690C63B14}">
      <dsp:nvSpPr>
        <dsp:cNvPr id="0" name=""/>
        <dsp:cNvSpPr/>
      </dsp:nvSpPr>
      <dsp:spPr>
        <a:xfrm>
          <a:off x="8856327" y="2983737"/>
          <a:ext cx="619716" cy="6197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413270"/>
            <a:satOff val="1309"/>
            <a:lumOff val="-463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413270"/>
              <a:satOff val="1309"/>
              <a:lumOff val="-46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995763" y="2983737"/>
        <a:ext cx="340844" cy="4663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741AD-4C4A-49FB-A48A-7486B9C288FB}">
      <dsp:nvSpPr>
        <dsp:cNvPr id="0" name=""/>
        <dsp:cNvSpPr/>
      </dsp:nvSpPr>
      <dsp:spPr>
        <a:xfrm>
          <a:off x="0" y="3385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59877-4E67-408A-8FE9-CDF93BAF93C7}">
      <dsp:nvSpPr>
        <dsp:cNvPr id="0" name=""/>
        <dsp:cNvSpPr/>
      </dsp:nvSpPr>
      <dsp:spPr>
        <a:xfrm>
          <a:off x="218148" y="165644"/>
          <a:ext cx="396633" cy="3966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FCB17-B3C4-466F-8C46-23AD82EF6DE7}">
      <dsp:nvSpPr>
        <dsp:cNvPr id="0" name=""/>
        <dsp:cNvSpPr/>
      </dsp:nvSpPr>
      <dsp:spPr>
        <a:xfrm>
          <a:off x="832929" y="3385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centralized system for community help</a:t>
          </a:r>
        </a:p>
      </dsp:txBody>
      <dsp:txXfrm>
        <a:off x="832929" y="3385"/>
        <a:ext cx="9323601" cy="721151"/>
      </dsp:txXfrm>
    </dsp:sp>
    <dsp:sp modelId="{D0EC3CD1-FD68-4ECA-996B-507489268181}">
      <dsp:nvSpPr>
        <dsp:cNvPr id="0" name=""/>
        <dsp:cNvSpPr/>
      </dsp:nvSpPr>
      <dsp:spPr>
        <a:xfrm>
          <a:off x="0" y="904824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231A9-EDE7-4478-A38E-6ED239D9E68E}">
      <dsp:nvSpPr>
        <dsp:cNvPr id="0" name=""/>
        <dsp:cNvSpPr/>
      </dsp:nvSpPr>
      <dsp:spPr>
        <a:xfrm>
          <a:off x="218148" y="1067083"/>
          <a:ext cx="396633" cy="3966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3B0B24-310C-4064-88DB-172EF668FAEE}">
      <dsp:nvSpPr>
        <dsp:cNvPr id="0" name=""/>
        <dsp:cNvSpPr/>
      </dsp:nvSpPr>
      <dsp:spPr>
        <a:xfrm>
          <a:off x="832929" y="904824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Blood donors are hard to find in emergencies</a:t>
          </a:r>
        </a:p>
      </dsp:txBody>
      <dsp:txXfrm>
        <a:off x="832929" y="904824"/>
        <a:ext cx="9323601" cy="721151"/>
      </dsp:txXfrm>
    </dsp:sp>
    <dsp:sp modelId="{DA3E09BC-424C-4DC6-A65C-913CBE016D70}">
      <dsp:nvSpPr>
        <dsp:cNvPr id="0" name=""/>
        <dsp:cNvSpPr/>
      </dsp:nvSpPr>
      <dsp:spPr>
        <a:xfrm>
          <a:off x="0" y="1806263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A399F-273D-4E6F-B688-4483F00A6A8D}">
      <dsp:nvSpPr>
        <dsp:cNvPr id="0" name=""/>
        <dsp:cNvSpPr/>
      </dsp:nvSpPr>
      <dsp:spPr>
        <a:xfrm>
          <a:off x="218148" y="1968522"/>
          <a:ext cx="396633" cy="3966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A125C-9FCA-4E95-AD56-AAA06BE62FBE}">
      <dsp:nvSpPr>
        <dsp:cNvPr id="0" name=""/>
        <dsp:cNvSpPr/>
      </dsp:nvSpPr>
      <dsp:spPr>
        <a:xfrm>
          <a:off x="832929" y="1806263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Lost items recovery is difficult</a:t>
          </a:r>
        </a:p>
      </dsp:txBody>
      <dsp:txXfrm>
        <a:off x="832929" y="1806263"/>
        <a:ext cx="9323601" cy="721151"/>
      </dsp:txXfrm>
    </dsp:sp>
    <dsp:sp modelId="{179B37DC-EB38-4B8C-9E0F-66A2B64C1C77}">
      <dsp:nvSpPr>
        <dsp:cNvPr id="0" name=""/>
        <dsp:cNvSpPr/>
      </dsp:nvSpPr>
      <dsp:spPr>
        <a:xfrm>
          <a:off x="0" y="2707702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FAEEC-243B-4020-BCBC-F57D3B8BAE09}">
      <dsp:nvSpPr>
        <dsp:cNvPr id="0" name=""/>
        <dsp:cNvSpPr/>
      </dsp:nvSpPr>
      <dsp:spPr>
        <a:xfrm>
          <a:off x="218148" y="2869961"/>
          <a:ext cx="396633" cy="3966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114B1-A93C-4F3F-97B0-96004E3D7789}">
      <dsp:nvSpPr>
        <dsp:cNvPr id="0" name=""/>
        <dsp:cNvSpPr/>
      </dsp:nvSpPr>
      <dsp:spPr>
        <a:xfrm>
          <a:off x="832929" y="2707702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Volunteering opportunities are not easily visible</a:t>
          </a:r>
        </a:p>
      </dsp:txBody>
      <dsp:txXfrm>
        <a:off x="832929" y="2707702"/>
        <a:ext cx="9323601" cy="721151"/>
      </dsp:txXfrm>
    </dsp:sp>
    <dsp:sp modelId="{B0838829-D202-4B07-AFCE-CE86CF549170}">
      <dsp:nvSpPr>
        <dsp:cNvPr id="0" name=""/>
        <dsp:cNvSpPr/>
      </dsp:nvSpPr>
      <dsp:spPr>
        <a:xfrm>
          <a:off x="0" y="3609142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B79EEE-D628-456C-BEDB-09A30344489F}">
      <dsp:nvSpPr>
        <dsp:cNvPr id="0" name=""/>
        <dsp:cNvSpPr/>
      </dsp:nvSpPr>
      <dsp:spPr>
        <a:xfrm>
          <a:off x="218148" y="3771401"/>
          <a:ext cx="396633" cy="39663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0D410-411B-4A4C-B558-6F0F8D7E5EC0}">
      <dsp:nvSpPr>
        <dsp:cNvPr id="0" name=""/>
        <dsp:cNvSpPr/>
      </dsp:nvSpPr>
      <dsp:spPr>
        <a:xfrm>
          <a:off x="832929" y="3609142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Need for a digital social support platform</a:t>
          </a:r>
        </a:p>
      </dsp:txBody>
      <dsp:txXfrm>
        <a:off x="832929" y="3609142"/>
        <a:ext cx="9323601" cy="7211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CD5684-B947-4BE9-8BE8-DE5765E78291}">
      <dsp:nvSpPr>
        <dsp:cNvPr id="0" name=""/>
        <dsp:cNvSpPr/>
      </dsp:nvSpPr>
      <dsp:spPr>
        <a:xfrm>
          <a:off x="350602" y="1098441"/>
          <a:ext cx="1086205" cy="108620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174B8-FE5A-4BD3-A562-5FE2AF38171C}">
      <dsp:nvSpPr>
        <dsp:cNvPr id="0" name=""/>
        <dsp:cNvSpPr/>
      </dsp:nvSpPr>
      <dsp:spPr>
        <a:xfrm>
          <a:off x="582088" y="1329927"/>
          <a:ext cx="623232" cy="6232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79152-5DD6-4C4C-BE0A-709E71E3B38F}">
      <dsp:nvSpPr>
        <dsp:cNvPr id="0" name=""/>
        <dsp:cNvSpPr/>
      </dsp:nvSpPr>
      <dsp:spPr>
        <a:xfrm>
          <a:off x="3372" y="2522972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Develop a web-based community support system</a:t>
          </a:r>
        </a:p>
      </dsp:txBody>
      <dsp:txXfrm>
        <a:off x="3372" y="2522972"/>
        <a:ext cx="1780664" cy="712265"/>
      </dsp:txXfrm>
    </dsp:sp>
    <dsp:sp modelId="{F9A26357-6D62-4977-AC66-0D97EA1C6F0D}">
      <dsp:nvSpPr>
        <dsp:cNvPr id="0" name=""/>
        <dsp:cNvSpPr/>
      </dsp:nvSpPr>
      <dsp:spPr>
        <a:xfrm>
          <a:off x="2442882" y="1098441"/>
          <a:ext cx="1086205" cy="108620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9E087-91F2-45C4-8A18-98BCA5FA9252}">
      <dsp:nvSpPr>
        <dsp:cNvPr id="0" name=""/>
        <dsp:cNvSpPr/>
      </dsp:nvSpPr>
      <dsp:spPr>
        <a:xfrm>
          <a:off x="2674369" y="1329927"/>
          <a:ext cx="623232" cy="6232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CBE24-B2EC-4B36-8F3B-F2FAEDD63513}">
      <dsp:nvSpPr>
        <dsp:cNvPr id="0" name=""/>
        <dsp:cNvSpPr/>
      </dsp:nvSpPr>
      <dsp:spPr>
        <a:xfrm>
          <a:off x="2095653" y="2522972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Connect people in need with helpers</a:t>
          </a:r>
        </a:p>
      </dsp:txBody>
      <dsp:txXfrm>
        <a:off x="2095653" y="2522972"/>
        <a:ext cx="1780664" cy="712265"/>
      </dsp:txXfrm>
    </dsp:sp>
    <dsp:sp modelId="{1F73127E-C478-4CAA-B57C-1A57A78C3CB0}">
      <dsp:nvSpPr>
        <dsp:cNvPr id="0" name=""/>
        <dsp:cNvSpPr/>
      </dsp:nvSpPr>
      <dsp:spPr>
        <a:xfrm>
          <a:off x="4535162" y="1098441"/>
          <a:ext cx="1086205" cy="108620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4B8C7-139A-402B-B581-162CB2B6425F}">
      <dsp:nvSpPr>
        <dsp:cNvPr id="0" name=""/>
        <dsp:cNvSpPr/>
      </dsp:nvSpPr>
      <dsp:spPr>
        <a:xfrm>
          <a:off x="4766649" y="1329927"/>
          <a:ext cx="623232" cy="6232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197EE-02FF-483F-90D6-3380CE61B763}">
      <dsp:nvSpPr>
        <dsp:cNvPr id="0" name=""/>
        <dsp:cNvSpPr/>
      </dsp:nvSpPr>
      <dsp:spPr>
        <a:xfrm>
          <a:off x="4187933" y="2522972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Promote volunteering and social responsibility</a:t>
          </a:r>
        </a:p>
      </dsp:txBody>
      <dsp:txXfrm>
        <a:off x="4187933" y="2522972"/>
        <a:ext cx="1780664" cy="712265"/>
      </dsp:txXfrm>
    </dsp:sp>
    <dsp:sp modelId="{560E6879-CF63-4AB9-A7DF-BA9410C659A4}">
      <dsp:nvSpPr>
        <dsp:cNvPr id="0" name=""/>
        <dsp:cNvSpPr/>
      </dsp:nvSpPr>
      <dsp:spPr>
        <a:xfrm>
          <a:off x="6627443" y="1098441"/>
          <a:ext cx="1086205" cy="108620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EC0616-186A-4B03-A7B0-94569B880F69}">
      <dsp:nvSpPr>
        <dsp:cNvPr id="0" name=""/>
        <dsp:cNvSpPr/>
      </dsp:nvSpPr>
      <dsp:spPr>
        <a:xfrm>
          <a:off x="6858929" y="1329927"/>
          <a:ext cx="623232" cy="6232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958D5-DA43-4077-A6A2-D59F8CC258AB}">
      <dsp:nvSpPr>
        <dsp:cNvPr id="0" name=""/>
        <dsp:cNvSpPr/>
      </dsp:nvSpPr>
      <dsp:spPr>
        <a:xfrm>
          <a:off x="6280213" y="2522972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Provide fast communication and coordination</a:t>
          </a:r>
        </a:p>
      </dsp:txBody>
      <dsp:txXfrm>
        <a:off x="6280213" y="2522972"/>
        <a:ext cx="1780664" cy="712265"/>
      </dsp:txXfrm>
    </dsp:sp>
    <dsp:sp modelId="{66267113-D7CA-42E5-B08A-0C9153112CF4}">
      <dsp:nvSpPr>
        <dsp:cNvPr id="0" name=""/>
        <dsp:cNvSpPr/>
      </dsp:nvSpPr>
      <dsp:spPr>
        <a:xfrm>
          <a:off x="8719723" y="1098441"/>
          <a:ext cx="1086205" cy="108620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8F10FD-1135-4B8A-8C4D-2CAA126686C7}">
      <dsp:nvSpPr>
        <dsp:cNvPr id="0" name=""/>
        <dsp:cNvSpPr/>
      </dsp:nvSpPr>
      <dsp:spPr>
        <a:xfrm>
          <a:off x="8951209" y="1329927"/>
          <a:ext cx="623232" cy="6232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EEAF8-5832-477D-97FC-DEE89C359FE7}">
      <dsp:nvSpPr>
        <dsp:cNvPr id="0" name=""/>
        <dsp:cNvSpPr/>
      </dsp:nvSpPr>
      <dsp:spPr>
        <a:xfrm>
          <a:off x="8372494" y="2522972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Strengthen community bonding</a:t>
          </a:r>
        </a:p>
      </dsp:txBody>
      <dsp:txXfrm>
        <a:off x="8372494" y="2522972"/>
        <a:ext cx="1780664" cy="7122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741AD-4C4A-49FB-A48A-7486B9C288FB}">
      <dsp:nvSpPr>
        <dsp:cNvPr id="0" name=""/>
        <dsp:cNvSpPr/>
      </dsp:nvSpPr>
      <dsp:spPr>
        <a:xfrm>
          <a:off x="0" y="3385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59877-4E67-408A-8FE9-CDF93BAF93C7}">
      <dsp:nvSpPr>
        <dsp:cNvPr id="0" name=""/>
        <dsp:cNvSpPr/>
      </dsp:nvSpPr>
      <dsp:spPr>
        <a:xfrm>
          <a:off x="218148" y="165644"/>
          <a:ext cx="396633" cy="3966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FCB17-B3C4-466F-8C46-23AD82EF6DE7}">
      <dsp:nvSpPr>
        <dsp:cNvPr id="0" name=""/>
        <dsp:cNvSpPr/>
      </dsp:nvSpPr>
      <dsp:spPr>
        <a:xfrm>
          <a:off x="832929" y="3385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chemeClr val="tx2"/>
              </a:solidFill>
            </a:rPr>
            <a:t>Blood Donation Request Module</a:t>
          </a:r>
          <a:endParaRPr lang="en-US" sz="1900" kern="1200" dirty="0"/>
        </a:p>
      </dsp:txBody>
      <dsp:txXfrm>
        <a:off x="832929" y="3385"/>
        <a:ext cx="9323601" cy="721151"/>
      </dsp:txXfrm>
    </dsp:sp>
    <dsp:sp modelId="{D0EC3CD1-FD68-4ECA-996B-507489268181}">
      <dsp:nvSpPr>
        <dsp:cNvPr id="0" name=""/>
        <dsp:cNvSpPr/>
      </dsp:nvSpPr>
      <dsp:spPr>
        <a:xfrm>
          <a:off x="0" y="904824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231A9-EDE7-4478-A38E-6ED239D9E68E}">
      <dsp:nvSpPr>
        <dsp:cNvPr id="0" name=""/>
        <dsp:cNvSpPr/>
      </dsp:nvSpPr>
      <dsp:spPr>
        <a:xfrm>
          <a:off x="218148" y="1067083"/>
          <a:ext cx="396633" cy="3966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3B0B24-310C-4064-88DB-172EF668FAEE}">
      <dsp:nvSpPr>
        <dsp:cNvPr id="0" name=""/>
        <dsp:cNvSpPr/>
      </dsp:nvSpPr>
      <dsp:spPr>
        <a:xfrm>
          <a:off x="832929" y="904824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chemeClr val="tx2"/>
              </a:solidFill>
            </a:rPr>
            <a:t>Lost &amp; Found Module</a:t>
          </a:r>
          <a:endParaRPr lang="en-US" sz="1900" kern="1200" dirty="0"/>
        </a:p>
      </dsp:txBody>
      <dsp:txXfrm>
        <a:off x="832929" y="904824"/>
        <a:ext cx="9323601" cy="721151"/>
      </dsp:txXfrm>
    </dsp:sp>
    <dsp:sp modelId="{DA3E09BC-424C-4DC6-A65C-913CBE016D70}">
      <dsp:nvSpPr>
        <dsp:cNvPr id="0" name=""/>
        <dsp:cNvSpPr/>
      </dsp:nvSpPr>
      <dsp:spPr>
        <a:xfrm>
          <a:off x="0" y="1806263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A399F-273D-4E6F-B688-4483F00A6A8D}">
      <dsp:nvSpPr>
        <dsp:cNvPr id="0" name=""/>
        <dsp:cNvSpPr/>
      </dsp:nvSpPr>
      <dsp:spPr>
        <a:xfrm>
          <a:off x="218148" y="1968522"/>
          <a:ext cx="396633" cy="3966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A125C-9FCA-4E95-AD56-AAA06BE62FBE}">
      <dsp:nvSpPr>
        <dsp:cNvPr id="0" name=""/>
        <dsp:cNvSpPr/>
      </dsp:nvSpPr>
      <dsp:spPr>
        <a:xfrm>
          <a:off x="832929" y="1806263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chemeClr val="tx2"/>
              </a:solidFill>
            </a:rPr>
            <a:t>Volunteer Opportunities Module</a:t>
          </a:r>
          <a:endParaRPr lang="en-US" sz="1900" kern="1200" dirty="0"/>
        </a:p>
      </dsp:txBody>
      <dsp:txXfrm>
        <a:off x="832929" y="1806263"/>
        <a:ext cx="9323601" cy="721151"/>
      </dsp:txXfrm>
    </dsp:sp>
    <dsp:sp modelId="{179B37DC-EB38-4B8C-9E0F-66A2B64C1C77}">
      <dsp:nvSpPr>
        <dsp:cNvPr id="0" name=""/>
        <dsp:cNvSpPr/>
      </dsp:nvSpPr>
      <dsp:spPr>
        <a:xfrm>
          <a:off x="0" y="2707702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FAEEC-243B-4020-BCBC-F57D3B8BAE09}">
      <dsp:nvSpPr>
        <dsp:cNvPr id="0" name=""/>
        <dsp:cNvSpPr/>
      </dsp:nvSpPr>
      <dsp:spPr>
        <a:xfrm>
          <a:off x="218148" y="2869961"/>
          <a:ext cx="396633" cy="3966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114B1-A93C-4F3F-97B0-96004E3D7789}">
      <dsp:nvSpPr>
        <dsp:cNvPr id="0" name=""/>
        <dsp:cNvSpPr/>
      </dsp:nvSpPr>
      <dsp:spPr>
        <a:xfrm>
          <a:off x="832929" y="2707702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chemeClr val="tx2"/>
              </a:solidFill>
            </a:rPr>
            <a:t>User Registration &amp; Login</a:t>
          </a:r>
          <a:endParaRPr lang="en-US" sz="1900" kern="1200" dirty="0"/>
        </a:p>
      </dsp:txBody>
      <dsp:txXfrm>
        <a:off x="832929" y="2707702"/>
        <a:ext cx="9323601" cy="721151"/>
      </dsp:txXfrm>
    </dsp:sp>
    <dsp:sp modelId="{B0838829-D202-4B07-AFCE-CE86CF549170}">
      <dsp:nvSpPr>
        <dsp:cNvPr id="0" name=""/>
        <dsp:cNvSpPr/>
      </dsp:nvSpPr>
      <dsp:spPr>
        <a:xfrm>
          <a:off x="0" y="3609142"/>
          <a:ext cx="10156531" cy="7211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B79EEE-D628-456C-BEDB-09A30344489F}">
      <dsp:nvSpPr>
        <dsp:cNvPr id="0" name=""/>
        <dsp:cNvSpPr/>
      </dsp:nvSpPr>
      <dsp:spPr>
        <a:xfrm>
          <a:off x="218148" y="3771401"/>
          <a:ext cx="396633" cy="39663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0D410-411B-4A4C-B558-6F0F8D7E5EC0}">
      <dsp:nvSpPr>
        <dsp:cNvPr id="0" name=""/>
        <dsp:cNvSpPr/>
      </dsp:nvSpPr>
      <dsp:spPr>
        <a:xfrm>
          <a:off x="832929" y="3609142"/>
          <a:ext cx="9323601" cy="721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322" tIns="76322" rIns="76322" bIns="763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solidFill>
                <a:schemeClr val="tx2"/>
              </a:solidFill>
            </a:rPr>
            <a:t>Admin Panel for Monitoring</a:t>
          </a:r>
          <a:endParaRPr lang="en-US" sz="1900" kern="1200" dirty="0"/>
        </a:p>
      </dsp:txBody>
      <dsp:txXfrm>
        <a:off x="832929" y="3609142"/>
        <a:ext cx="9323601" cy="7211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39039-5646-4D00-AEE6-CB08DFDFB911}">
      <dsp:nvSpPr>
        <dsp:cNvPr id="0" name=""/>
        <dsp:cNvSpPr/>
      </dsp:nvSpPr>
      <dsp:spPr>
        <a:xfrm>
          <a:off x="1579023" y="641"/>
          <a:ext cx="3332611" cy="19995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Frontend:</a:t>
          </a:r>
          <a:endParaRPr lang="en-US" sz="32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/>
            <a:t>HTML, CSS, JavaScript, Bootstrap</a:t>
          </a:r>
          <a:endParaRPr lang="en-US" sz="2500" kern="1200"/>
        </a:p>
      </dsp:txBody>
      <dsp:txXfrm>
        <a:off x="1579023" y="641"/>
        <a:ext cx="3332611" cy="1999567"/>
      </dsp:txXfrm>
    </dsp:sp>
    <dsp:sp modelId="{CA44946D-58AF-4921-9021-D0B165428917}">
      <dsp:nvSpPr>
        <dsp:cNvPr id="0" name=""/>
        <dsp:cNvSpPr/>
      </dsp:nvSpPr>
      <dsp:spPr>
        <a:xfrm>
          <a:off x="5244896" y="641"/>
          <a:ext cx="3332611" cy="1999567"/>
        </a:xfrm>
        <a:prstGeom prst="rect">
          <a:avLst/>
        </a:prstGeom>
        <a:solidFill>
          <a:schemeClr val="accent2">
            <a:hueOff val="4793348"/>
            <a:satOff val="15656"/>
            <a:lumOff val="-1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Backend:</a:t>
          </a:r>
          <a:endParaRPr lang="en-US" sz="32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/>
            <a:t>PHP / Node.js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/>
            <a:t>MySQL / Firebase Database</a:t>
          </a:r>
          <a:endParaRPr lang="en-US" sz="2500" kern="1200"/>
        </a:p>
      </dsp:txBody>
      <dsp:txXfrm>
        <a:off x="5244896" y="641"/>
        <a:ext cx="3332611" cy="1999567"/>
      </dsp:txXfrm>
    </dsp:sp>
    <dsp:sp modelId="{2DB47890-16FC-4F39-94F8-A86EB80FE754}">
      <dsp:nvSpPr>
        <dsp:cNvPr id="0" name=""/>
        <dsp:cNvSpPr/>
      </dsp:nvSpPr>
      <dsp:spPr>
        <a:xfrm>
          <a:off x="3411959" y="2333470"/>
          <a:ext cx="3332611" cy="1999567"/>
        </a:xfrm>
        <a:prstGeom prst="rect">
          <a:avLst/>
        </a:prstGeom>
        <a:solidFill>
          <a:schemeClr val="accent2">
            <a:hueOff val="9586696"/>
            <a:satOff val="31313"/>
            <a:lumOff val="-266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Tools:</a:t>
          </a:r>
          <a:endParaRPr lang="en-US" sz="32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/>
            <a:t>VS Code</a:t>
          </a:r>
          <a:endParaRPr lang="en-US" sz="2500" kern="1200"/>
        </a:p>
      </dsp:txBody>
      <dsp:txXfrm>
        <a:off x="3411959" y="2333470"/>
        <a:ext cx="3332611" cy="19995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AA4EEC-E8C5-4C74-AF84-96F9A22E4065}">
      <dsp:nvSpPr>
        <dsp:cNvPr id="0" name=""/>
        <dsp:cNvSpPr/>
      </dsp:nvSpPr>
      <dsp:spPr>
        <a:xfrm>
          <a:off x="0" y="63719"/>
          <a:ext cx="10156531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Saves lives through faster blood donor matching</a:t>
          </a:r>
        </a:p>
      </dsp:txBody>
      <dsp:txXfrm>
        <a:off x="37467" y="101186"/>
        <a:ext cx="10081597" cy="692586"/>
      </dsp:txXfrm>
    </dsp:sp>
    <dsp:sp modelId="{F7FF7963-510C-45B9-A58D-86C1C988DAC9}">
      <dsp:nvSpPr>
        <dsp:cNvPr id="0" name=""/>
        <dsp:cNvSpPr/>
      </dsp:nvSpPr>
      <dsp:spPr>
        <a:xfrm>
          <a:off x="0" y="923399"/>
          <a:ext cx="10156531" cy="767520"/>
        </a:xfrm>
        <a:prstGeom prst="roundRect">
          <a:avLst/>
        </a:prstGeom>
        <a:solidFill>
          <a:schemeClr val="accent2">
            <a:hueOff val="2396674"/>
            <a:satOff val="7828"/>
            <a:lumOff val="-66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Helps recover lost items</a:t>
          </a:r>
        </a:p>
      </dsp:txBody>
      <dsp:txXfrm>
        <a:off x="37467" y="960866"/>
        <a:ext cx="10081597" cy="692586"/>
      </dsp:txXfrm>
    </dsp:sp>
    <dsp:sp modelId="{4E0A933A-1894-49C8-9D44-BF304D3C298C}">
      <dsp:nvSpPr>
        <dsp:cNvPr id="0" name=""/>
        <dsp:cNvSpPr/>
      </dsp:nvSpPr>
      <dsp:spPr>
        <a:xfrm>
          <a:off x="0" y="1783079"/>
          <a:ext cx="10156531" cy="767520"/>
        </a:xfrm>
        <a:prstGeom prst="roundRect">
          <a:avLst/>
        </a:prstGeom>
        <a:solidFill>
          <a:schemeClr val="accent2">
            <a:hueOff val="4793348"/>
            <a:satOff val="15656"/>
            <a:lumOff val="-1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Encourages youth volunteering</a:t>
          </a:r>
        </a:p>
      </dsp:txBody>
      <dsp:txXfrm>
        <a:off x="37467" y="1820546"/>
        <a:ext cx="10081597" cy="692586"/>
      </dsp:txXfrm>
    </dsp:sp>
    <dsp:sp modelId="{063A8F42-A6C1-4B17-9A1E-962CFBFCA261}">
      <dsp:nvSpPr>
        <dsp:cNvPr id="0" name=""/>
        <dsp:cNvSpPr/>
      </dsp:nvSpPr>
      <dsp:spPr>
        <a:xfrm>
          <a:off x="0" y="2642759"/>
          <a:ext cx="10156531" cy="767520"/>
        </a:xfrm>
        <a:prstGeom prst="roundRect">
          <a:avLst/>
        </a:prstGeom>
        <a:solidFill>
          <a:schemeClr val="accent2">
            <a:hueOff val="7190022"/>
            <a:satOff val="23485"/>
            <a:lumOff val="-199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Builds strong and supportive communities</a:t>
          </a:r>
        </a:p>
      </dsp:txBody>
      <dsp:txXfrm>
        <a:off x="37467" y="2680226"/>
        <a:ext cx="10081597" cy="692586"/>
      </dsp:txXfrm>
    </dsp:sp>
    <dsp:sp modelId="{5B502D26-6D77-490E-99C2-41EEE3A83A30}">
      <dsp:nvSpPr>
        <dsp:cNvPr id="0" name=""/>
        <dsp:cNvSpPr/>
      </dsp:nvSpPr>
      <dsp:spPr>
        <a:xfrm>
          <a:off x="0" y="3502439"/>
          <a:ext cx="10156531" cy="767520"/>
        </a:xfrm>
        <a:prstGeom prst="roundRect">
          <a:avLst/>
        </a:prstGeom>
        <a:solidFill>
          <a:schemeClr val="accent2">
            <a:hueOff val="9586696"/>
            <a:satOff val="31313"/>
            <a:lumOff val="-266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Supports Digital India &amp; SDG goals</a:t>
          </a:r>
        </a:p>
      </dsp:txBody>
      <dsp:txXfrm>
        <a:off x="37467" y="3539906"/>
        <a:ext cx="10081597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4557B-8CEF-459A-ADA9-EA088DA5E0E1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5C96D-3E58-4562-AC3E-6EDF3A1D4D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14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45C96D-3E58-4562-AC3E-6EDF3A1D4D2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98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99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0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0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5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9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5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31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9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4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72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5.pn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8B2F707-EF35-4955-8439-F76145F3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B317211-3292-43D8-8824-C090DBADA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5" y="0"/>
            <a:ext cx="12188951" cy="6858000"/>
          </a:xfrm>
          <a:prstGeom prst="rect">
            <a:avLst/>
          </a:prstGeom>
          <a:blipFill dpi="0" rotWithShape="1">
            <a:blip r:embed="rId3">
              <a:alphaModFix amt="15000"/>
              <a:lum bright="70000" contrast="-70000"/>
            </a:blip>
            <a:srcRect/>
            <a:tile tx="889000" ty="0" sx="100000" sy="100000" flip="xy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D843F5-17D6-C687-0FB4-812282CF2A5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t="19639" r="-1" b="-1"/>
          <a:stretch>
            <a:fillRect/>
          </a:stretch>
        </p:blipFill>
        <p:spPr>
          <a:xfrm>
            <a:off x="1524" y="688"/>
            <a:ext cx="12188952" cy="68566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8AF58-FCB7-3DDE-9011-8DFE70F7C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726066"/>
            <a:ext cx="4795282" cy="501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Community Help Platform: A Web-Based System for Social Welfare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C3F81-405E-3B23-333F-1255A038B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5372" y="726538"/>
            <a:ext cx="4977905" cy="50170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TEAM MEMBERS</a:t>
            </a:r>
            <a:r>
              <a:rPr lang="en-US" sz="1800" dirty="0">
                <a:solidFill>
                  <a:srgbClr val="FFFFFF"/>
                </a:solidFill>
              </a:rPr>
              <a:t>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2320030227-DHANALA SRINIDHI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2320030217-JAKKAM NISHITHA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2320030266-P.NAVYA SREE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2320030265-T.BANNISHWER REDDY</a:t>
            </a:r>
          </a:p>
        </p:txBody>
      </p:sp>
    </p:spTree>
    <p:extLst>
      <p:ext uri="{BB962C8B-B14F-4D97-AF65-F5344CB8AC3E}">
        <p14:creationId xmlns:p14="http://schemas.microsoft.com/office/powerpoint/2010/main" val="1726533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78A276-9A4D-9B44-BB0D-F632CDA4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IN">
                <a:solidFill>
                  <a:schemeClr val="tx2"/>
                </a:solidFill>
              </a:rPr>
              <a:t>INTRODUCTION:</a:t>
            </a: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084BD51B-A40D-3202-32C6-5D540C0A2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7639664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7879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3DB188-BF7A-A3C7-B1A0-C98025B4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IN">
                <a:solidFill>
                  <a:schemeClr val="tx2"/>
                </a:solidFill>
              </a:rPr>
              <a:t>Problem Statement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4727726-ED65-D60A-D3EC-EE8572D1E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5756320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36237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4AA446-1351-777F-C2B6-0BE3DF76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IN" dirty="0">
                <a:solidFill>
                  <a:schemeClr val="tx2"/>
                </a:solidFill>
              </a:rPr>
              <a:t>Objectives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1C5085-0E6C-F17A-24C5-42B4E7031D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094590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3540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54601E-5CC5-F4D5-10E3-461195C8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675009"/>
          </a:xfrm>
        </p:spPr>
        <p:txBody>
          <a:bodyPr anchor="t">
            <a:normAutofit/>
          </a:bodyPr>
          <a:lstStyle/>
          <a:p>
            <a:r>
              <a:rPr lang="en-IN" dirty="0">
                <a:solidFill>
                  <a:schemeClr val="tx2"/>
                </a:solidFill>
              </a:rPr>
              <a:t>Innovation Aspect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3BD63-E268-6D97-F822-7FBFF9505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587" y="2403097"/>
            <a:ext cx="7178691" cy="370999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Social Innovation: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Encourages helping culture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Technological Innovation: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Digital platform for social welfare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Process Innovation: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Faster coordination between donors, volunteers, and seekers</a:t>
            </a:r>
          </a:p>
          <a:p>
            <a:endParaRPr lang="en-IN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45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36EBE-8663-40F3-D24C-32574ACB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F60649B-7238-229D-A07C-B44ECEDD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544451-4701-7CC0-598E-BE604F127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594E6E8-0F6E-16E4-C3A1-6428CED60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3BD18-BC64-89A2-E871-71F1404A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IN" dirty="0">
                <a:solidFill>
                  <a:schemeClr val="tx2"/>
                </a:solidFill>
              </a:rPr>
              <a:t>System Modules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97D4CC-C3C5-F09F-04FF-9C068454B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2107E97-6AEC-D048-2F2D-5C5CD9947B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45211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77230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743F5A-6A6A-2CAB-AFC2-C01B663B5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IN">
                <a:solidFill>
                  <a:schemeClr val="tx2"/>
                </a:solidFill>
              </a:rPr>
              <a:t>Technology Stack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2A992C-FD02-6B55-4C1B-3C0E8E088E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133518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447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80AC08-98C7-93E4-528A-C2C4C52A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IN">
                <a:solidFill>
                  <a:schemeClr val="tx2"/>
                </a:solidFill>
              </a:rPr>
              <a:t>Social Impact &amp; Benefits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3A56F9-C458-A1FC-3EBF-F69544F92E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294915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2990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6EC8D-2345-9156-EE0C-9E0ACB69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166457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2"/>
                </a:solidFill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C4DFF-E4F1-C5F4-3AAE-3C567B33F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Mobile app development</a:t>
            </a:r>
          </a:p>
          <a:p>
            <a:r>
              <a:rPr lang="en-US" sz="1800">
                <a:solidFill>
                  <a:schemeClr val="tx2"/>
                </a:solidFill>
              </a:rPr>
              <a:t>AI-based donor matching</a:t>
            </a:r>
          </a:p>
          <a:p>
            <a:r>
              <a:rPr lang="en-US" sz="1800">
                <a:solidFill>
                  <a:schemeClr val="tx2"/>
                </a:solidFill>
              </a:rPr>
              <a:t>Location-based alerts</a:t>
            </a:r>
          </a:p>
          <a:p>
            <a:r>
              <a:rPr lang="en-US" sz="1800">
                <a:solidFill>
                  <a:schemeClr val="tx2"/>
                </a:solidFill>
              </a:rPr>
              <a:t>Chat feature</a:t>
            </a:r>
          </a:p>
          <a:p>
            <a:r>
              <a:rPr lang="en-US" sz="1800">
                <a:solidFill>
                  <a:schemeClr val="tx2"/>
                </a:solidFill>
              </a:rPr>
              <a:t>Government and NGO integration</a:t>
            </a:r>
            <a:endParaRPr lang="en-IN" sz="1800">
              <a:solidFill>
                <a:schemeClr val="tx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5352" y="0"/>
            <a:ext cx="594664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245352" y="0"/>
            <a:ext cx="59436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16396C2B-9EB3-C66A-5AB0-A878FA2E90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31" r="7606" b="-2"/>
          <a:stretch>
            <a:fillRect/>
          </a:stretch>
        </p:blipFill>
        <p:spPr>
          <a:xfrm>
            <a:off x="6858001" y="567942"/>
            <a:ext cx="4724400" cy="571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6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6B0FCFA-8A2E-4F10-87BD-34565BD7C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DA72A5-2775-4FE6-9A97-1C8DEE0E0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8966E53-3C41-4F5A-A432-755BFE5D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3400"/>
            <a:ext cx="2438400" cy="2438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47F75BB-A3CB-4161-B316-A2A9C88F7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>
            <a:off x="10820400" y="3144779"/>
            <a:ext cx="1371600" cy="2548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A190B8-94B0-9214-927A-96294102E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0" y="775412"/>
            <a:ext cx="7391400" cy="3521525"/>
          </a:xfrm>
        </p:spPr>
        <p:txBody>
          <a:bodyPr anchor="b">
            <a:normAutofit/>
          </a:bodyPr>
          <a:lstStyle/>
          <a:p>
            <a:pPr algn="l"/>
            <a:r>
              <a:rPr lang="en-IN" sz="5200">
                <a:solidFill>
                  <a:schemeClr val="tx2"/>
                </a:solidFill>
              </a:rPr>
              <a:t>THANKYOU</a:t>
            </a:r>
            <a:br>
              <a:rPr lang="en-IN" sz="5200">
                <a:solidFill>
                  <a:schemeClr val="tx2"/>
                </a:solidFill>
              </a:rPr>
            </a:br>
            <a:endParaRPr lang="en-IN" sz="5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689893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243</Words>
  <Application>Microsoft Office PowerPoint</Application>
  <PresentationFormat>Widescreen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Avenir Next LT Pro</vt:lpstr>
      <vt:lpstr>AvenirNext LT Pro Medium</vt:lpstr>
      <vt:lpstr>BlockprintVTI</vt:lpstr>
      <vt:lpstr>Community Help Platform: A Web-Based System for Social Welfare</vt:lpstr>
      <vt:lpstr>INTRODUCTION:</vt:lpstr>
      <vt:lpstr>Problem Statement</vt:lpstr>
      <vt:lpstr>Objectives</vt:lpstr>
      <vt:lpstr>Innovation Aspect</vt:lpstr>
      <vt:lpstr>System Modules</vt:lpstr>
      <vt:lpstr>Technology Stack</vt:lpstr>
      <vt:lpstr>Social Impact &amp; Benefits</vt:lpstr>
      <vt:lpstr>Future Scope</vt:lpstr>
      <vt:lpstr>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dhanala srinidhi</dc:creator>
  <cp:lastModifiedBy>dhanala srinidhi</cp:lastModifiedBy>
  <cp:revision>1</cp:revision>
  <dcterms:created xsi:type="dcterms:W3CDTF">2026-01-29T07:41:38Z</dcterms:created>
  <dcterms:modified xsi:type="dcterms:W3CDTF">2026-01-29T08:06:07Z</dcterms:modified>
</cp:coreProperties>
</file>